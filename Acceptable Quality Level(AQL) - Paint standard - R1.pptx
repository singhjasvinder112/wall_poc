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7932" r:id="rId5"/>
    <p:sldId id="7979" r:id="rId6"/>
    <p:sldId id="7929" r:id="rId7"/>
    <p:sldId id="7933" r:id="rId8"/>
    <p:sldId id="7964" r:id="rId9"/>
    <p:sldId id="7965" r:id="rId10"/>
    <p:sldId id="7966" r:id="rId11"/>
    <p:sldId id="7967" r:id="rId12"/>
    <p:sldId id="7968" r:id="rId13"/>
    <p:sldId id="7969" r:id="rId14"/>
    <p:sldId id="7970" r:id="rId15"/>
    <p:sldId id="7971" r:id="rId16"/>
    <p:sldId id="7972" r:id="rId17"/>
    <p:sldId id="7973" r:id="rId18"/>
    <p:sldId id="7974" r:id="rId19"/>
    <p:sldId id="7975" r:id="rId20"/>
    <p:sldId id="7976" r:id="rId21"/>
    <p:sldId id="7977" r:id="rId22"/>
    <p:sldId id="7978" r:id="rId23"/>
    <p:sldId id="7925" r:id="rId2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61" userDrawn="1">
          <p15:clr>
            <a:srgbClr val="A4A3A4"/>
          </p15:clr>
        </p15:guide>
        <p15:guide id="2" pos="2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9CD2"/>
    <a:srgbClr val="E3E4DE"/>
    <a:srgbClr val="E3E4DD"/>
    <a:srgbClr val="DDDBD0"/>
    <a:srgbClr val="D79FAC"/>
    <a:srgbClr val="BB7D68"/>
    <a:srgbClr val="DBBA6E"/>
    <a:srgbClr val="7BAB61"/>
    <a:srgbClr val="D89C9B"/>
    <a:srgbClr val="C082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5D9441-857D-4931-A736-F2BD03F4C41C}" v="653" dt="2026-05-08T13:44:33.505"/>
    <p1510:client id="{2158BB5F-F8CE-2118-8AC6-04763E4528D4}" v="47" dt="2026-05-08T17:23:53.566"/>
    <p1510:client id="{9B490B2E-052C-4FA4-83E2-48E2A30BE406}" v="4" dt="2026-05-08T17:26:03.4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44"/>
      </p:cViewPr>
      <p:guideLst>
        <p:guide orient="horz" pos="3861"/>
        <p:guide pos="25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eshkumar Lakshmanan" userId="0b2a9b6f-4d2c-4704-9299-2e54698e0893" providerId="ADAL" clId="{E1F9A409-A05A-4EFC-BC47-7F5C24EB654D}"/>
    <pc:docChg chg="undo custSel modSld">
      <pc:chgData name="Rajeshkumar Lakshmanan" userId="0b2a9b6f-4d2c-4704-9299-2e54698e0893" providerId="ADAL" clId="{E1F9A409-A05A-4EFC-BC47-7F5C24EB654D}" dt="2026-05-08T17:27:03.860" v="54" actId="313"/>
      <pc:docMkLst>
        <pc:docMk/>
      </pc:docMkLst>
      <pc:sldChg chg="modSp mod">
        <pc:chgData name="Rajeshkumar Lakshmanan" userId="0b2a9b6f-4d2c-4704-9299-2e54698e0893" providerId="ADAL" clId="{E1F9A409-A05A-4EFC-BC47-7F5C24EB654D}" dt="2026-05-08T17:27:03.860" v="54" actId="313"/>
        <pc:sldMkLst>
          <pc:docMk/>
          <pc:sldMk cId="2095857428" sldId="7932"/>
        </pc:sldMkLst>
        <pc:graphicFrameChg chg="mod modGraphic">
          <ac:chgData name="Rajeshkumar Lakshmanan" userId="0b2a9b6f-4d2c-4704-9299-2e54698e0893" providerId="ADAL" clId="{E1F9A409-A05A-4EFC-BC47-7F5C24EB654D}" dt="2026-05-08T17:27:03.860" v="54" actId="313"/>
          <ac:graphicFrameMkLst>
            <pc:docMk/>
            <pc:sldMk cId="2095857428" sldId="7932"/>
            <ac:graphicFrameMk id="10" creationId="{82C20CEE-6370-C7D7-48D2-8FE63F41B888}"/>
          </ac:graphicFrameMkLst>
        </pc:graphicFrameChg>
      </pc:sldChg>
    </pc:docChg>
  </pc:docChgLst>
  <pc:docChgLst>
    <pc:chgData name="Ejaz Ahmed Ansari" userId="027dfbb8-bd26-4da8-a420-236fcfcfd017" providerId="ADAL" clId="{058E5602-5B88-4DFC-851A-B7B1F023AFC7}"/>
    <pc:docChg chg="undo custSel modSld">
      <pc:chgData name="Ejaz Ahmed Ansari" userId="027dfbb8-bd26-4da8-a420-236fcfcfd017" providerId="ADAL" clId="{058E5602-5B88-4DFC-851A-B7B1F023AFC7}" dt="2026-05-06T13:01:30.200" v="6" actId="2085"/>
      <pc:docMkLst>
        <pc:docMk/>
      </pc:docMkLst>
    </pc:docChg>
  </pc:docChgLst>
  <pc:docChgLst>
    <pc:chgData name="Vigneshwaran Balachandar" userId="63b8fa9e-6a84-41b1-a748-33f844a108e7" providerId="ADAL" clId="{1B46B5B9-2E09-4264-9722-F86C3D1F2B00}"/>
    <pc:docChg chg="undo custSel delSld modSld">
      <pc:chgData name="Vigneshwaran Balachandar" userId="63b8fa9e-6a84-41b1-a748-33f844a108e7" providerId="ADAL" clId="{1B46B5B9-2E09-4264-9722-F86C3D1F2B00}" dt="2026-05-07T05:18:29.249" v="1062" actId="47"/>
      <pc:docMkLst>
        <pc:docMk/>
      </pc:docMkLst>
      <pc:sldChg chg="addSp delSp modSp mod">
        <pc:chgData name="Vigneshwaran Balachandar" userId="63b8fa9e-6a84-41b1-a748-33f844a108e7" providerId="ADAL" clId="{1B46B5B9-2E09-4264-9722-F86C3D1F2B00}" dt="2026-05-06T18:00:32.518" v="606" actId="1076"/>
        <pc:sldMkLst>
          <pc:docMk/>
          <pc:sldMk cId="3364092360" sldId="7933"/>
        </pc:sldMkLst>
        <pc:cxnChg chg="add mod">
          <ac:chgData name="Vigneshwaran Balachandar" userId="63b8fa9e-6a84-41b1-a748-33f844a108e7" providerId="ADAL" clId="{1B46B5B9-2E09-4264-9722-F86C3D1F2B00}" dt="2026-05-06T18:00:14.015" v="600" actId="1076"/>
          <ac:cxnSpMkLst>
            <pc:docMk/>
            <pc:sldMk cId="3364092360" sldId="7933"/>
            <ac:cxnSpMk id="8" creationId="{32FA6E23-70CB-0DA8-E616-3418A0AB4027}"/>
          </ac:cxnSpMkLst>
        </pc:cxnChg>
        <pc:cxnChg chg="add mod">
          <ac:chgData name="Vigneshwaran Balachandar" userId="63b8fa9e-6a84-41b1-a748-33f844a108e7" providerId="ADAL" clId="{1B46B5B9-2E09-4264-9722-F86C3D1F2B00}" dt="2026-05-06T18:00:20.185" v="602" actId="1076"/>
          <ac:cxnSpMkLst>
            <pc:docMk/>
            <pc:sldMk cId="3364092360" sldId="7933"/>
            <ac:cxnSpMk id="10" creationId="{27190B75-BA14-9952-5A47-5DD0EAD947D5}"/>
          </ac:cxnSpMkLst>
        </pc:cxnChg>
        <pc:cxnChg chg="add mod">
          <ac:chgData name="Vigneshwaran Balachandar" userId="63b8fa9e-6a84-41b1-a748-33f844a108e7" providerId="ADAL" clId="{1B46B5B9-2E09-4264-9722-F86C3D1F2B00}" dt="2026-05-06T18:00:27.496" v="604" actId="1076"/>
          <ac:cxnSpMkLst>
            <pc:docMk/>
            <pc:sldMk cId="3364092360" sldId="7933"/>
            <ac:cxnSpMk id="11" creationId="{2A2B8D33-4C84-3337-FB8A-3145A84F8536}"/>
          </ac:cxnSpMkLst>
        </pc:cxnChg>
        <pc:cxnChg chg="add mod">
          <ac:chgData name="Vigneshwaran Balachandar" userId="63b8fa9e-6a84-41b1-a748-33f844a108e7" providerId="ADAL" clId="{1B46B5B9-2E09-4264-9722-F86C3D1F2B00}" dt="2026-05-06T18:00:32.518" v="606" actId="1076"/>
          <ac:cxnSpMkLst>
            <pc:docMk/>
            <pc:sldMk cId="3364092360" sldId="7933"/>
            <ac:cxnSpMk id="12" creationId="{129347AB-28A4-43F4-0B6E-27F28878C961}"/>
          </ac:cxnSpMkLst>
        </pc:cxnChg>
      </pc:sldChg>
      <pc:sldChg chg="modSp mod">
        <pc:chgData name="Vigneshwaran Balachandar" userId="63b8fa9e-6a84-41b1-a748-33f844a108e7" providerId="ADAL" clId="{1B46B5B9-2E09-4264-9722-F86C3D1F2B00}" dt="2026-05-07T05:02:58.704" v="890" actId="20577"/>
        <pc:sldMkLst>
          <pc:docMk/>
          <pc:sldMk cId="880679224" sldId="7935"/>
        </pc:sldMkLst>
        <pc:graphicFrameChg chg="mod modGraphic">
          <ac:chgData name="Vigneshwaran Balachandar" userId="63b8fa9e-6a84-41b1-a748-33f844a108e7" providerId="ADAL" clId="{1B46B5B9-2E09-4264-9722-F86C3D1F2B00}" dt="2026-05-07T05:02:58.704" v="890" actId="20577"/>
          <ac:graphicFrameMkLst>
            <pc:docMk/>
            <pc:sldMk cId="880679224" sldId="7935"/>
            <ac:graphicFrameMk id="2" creationId="{63543633-7D1C-BFA4-59EC-4EEC14F38E9D}"/>
          </ac:graphicFrameMkLst>
        </pc:graphicFrameChg>
      </pc:sldChg>
      <pc:sldChg chg="addSp delSp modSp mod">
        <pc:chgData name="Vigneshwaran Balachandar" userId="63b8fa9e-6a84-41b1-a748-33f844a108e7" providerId="ADAL" clId="{1B46B5B9-2E09-4264-9722-F86C3D1F2B00}" dt="2026-05-07T05:08:02.625" v="969"/>
        <pc:sldMkLst>
          <pc:docMk/>
          <pc:sldMk cId="4006457181" sldId="7948"/>
        </pc:sldMkLst>
        <pc:graphicFrameChg chg="mod ord modGraphic">
          <ac:chgData name="Vigneshwaran Balachandar" userId="63b8fa9e-6a84-41b1-a748-33f844a108e7" providerId="ADAL" clId="{1B46B5B9-2E09-4264-9722-F86C3D1F2B00}" dt="2026-05-07T05:08:02.625" v="969"/>
          <ac:graphicFrameMkLst>
            <pc:docMk/>
            <pc:sldMk cId="4006457181" sldId="7948"/>
            <ac:graphicFrameMk id="2" creationId="{3E4B5641-3155-4886-EE48-1B81AC20B6D2}"/>
          </ac:graphicFrameMkLst>
        </pc:graphicFrameChg>
      </pc:sldChg>
      <pc:sldChg chg="addSp delSp modSp mod">
        <pc:chgData name="Vigneshwaran Balachandar" userId="63b8fa9e-6a84-41b1-a748-33f844a108e7" providerId="ADAL" clId="{1B46B5B9-2E09-4264-9722-F86C3D1F2B00}" dt="2026-05-07T05:12:13.514" v="988" actId="1076"/>
        <pc:sldMkLst>
          <pc:docMk/>
          <pc:sldMk cId="3437503745" sldId="7949"/>
        </pc:sldMkLst>
        <pc:spChg chg="mod">
          <ac:chgData name="Vigneshwaran Balachandar" userId="63b8fa9e-6a84-41b1-a748-33f844a108e7" providerId="ADAL" clId="{1B46B5B9-2E09-4264-9722-F86C3D1F2B00}" dt="2026-05-07T05:12:13.514" v="988" actId="1076"/>
          <ac:spMkLst>
            <pc:docMk/>
            <pc:sldMk cId="3437503745" sldId="7949"/>
            <ac:spMk id="9" creationId="{95985E1A-FD27-576B-EF7C-33EF47B3A7A3}"/>
          </ac:spMkLst>
        </pc:spChg>
        <pc:graphicFrameChg chg="mod modGraphic">
          <ac:chgData name="Vigneshwaran Balachandar" userId="63b8fa9e-6a84-41b1-a748-33f844a108e7" providerId="ADAL" clId="{1B46B5B9-2E09-4264-9722-F86C3D1F2B00}" dt="2026-05-07T05:08:08.285" v="970"/>
          <ac:graphicFrameMkLst>
            <pc:docMk/>
            <pc:sldMk cId="3437503745" sldId="7949"/>
            <ac:graphicFrameMk id="2" creationId="{C7B5D26C-EC76-2307-B882-BD8472ED1BF8}"/>
          </ac:graphicFrameMkLst>
        </pc:graphicFrameChg>
        <pc:picChg chg="mod modCrop">
          <ac:chgData name="Vigneshwaran Balachandar" userId="63b8fa9e-6a84-41b1-a748-33f844a108e7" providerId="ADAL" clId="{1B46B5B9-2E09-4264-9722-F86C3D1F2B00}" dt="2026-05-07T05:12:08.550" v="987" actId="14100"/>
          <ac:picMkLst>
            <pc:docMk/>
            <pc:sldMk cId="3437503745" sldId="7949"/>
            <ac:picMk id="8" creationId="{3DD1167F-BA11-7BE4-B830-EFD9750AA0FE}"/>
          </ac:picMkLst>
        </pc:picChg>
      </pc:sldChg>
      <pc:sldChg chg="modSp mod">
        <pc:chgData name="Vigneshwaran Balachandar" userId="63b8fa9e-6a84-41b1-a748-33f844a108e7" providerId="ADAL" clId="{1B46B5B9-2E09-4264-9722-F86C3D1F2B00}" dt="2026-05-07T05:12:43.865" v="1005" actId="20577"/>
        <pc:sldMkLst>
          <pc:docMk/>
          <pc:sldMk cId="3146944725" sldId="7950"/>
        </pc:sldMkLst>
        <pc:graphicFrameChg chg="mod modGraphic">
          <ac:chgData name="Vigneshwaran Balachandar" userId="63b8fa9e-6a84-41b1-a748-33f844a108e7" providerId="ADAL" clId="{1B46B5B9-2E09-4264-9722-F86C3D1F2B00}" dt="2026-05-07T05:12:43.865" v="1005" actId="20577"/>
          <ac:graphicFrameMkLst>
            <pc:docMk/>
            <pc:sldMk cId="3146944725" sldId="7950"/>
            <ac:graphicFrameMk id="2" creationId="{CB0EBCFB-08D2-C7FC-CFCF-80AC6C5A8437}"/>
          </ac:graphicFrameMkLst>
        </pc:graphicFrameChg>
      </pc:sldChg>
      <pc:sldChg chg="addSp delSp modSp mod">
        <pc:chgData name="Vigneshwaran Balachandar" userId="63b8fa9e-6a84-41b1-a748-33f844a108e7" providerId="ADAL" clId="{1B46B5B9-2E09-4264-9722-F86C3D1F2B00}" dt="2026-05-07T05:12:55.596" v="1006"/>
        <pc:sldMkLst>
          <pc:docMk/>
          <pc:sldMk cId="99024377" sldId="7951"/>
        </pc:sldMkLst>
        <pc:graphicFrameChg chg="mod modGraphic">
          <ac:chgData name="Vigneshwaran Balachandar" userId="63b8fa9e-6a84-41b1-a748-33f844a108e7" providerId="ADAL" clId="{1B46B5B9-2E09-4264-9722-F86C3D1F2B00}" dt="2026-05-07T05:12:55.596" v="1006"/>
          <ac:graphicFrameMkLst>
            <pc:docMk/>
            <pc:sldMk cId="99024377" sldId="7951"/>
            <ac:graphicFrameMk id="2" creationId="{E34D2694-3204-5FC7-BC9F-C9AB50804DDF}"/>
          </ac:graphicFrameMkLst>
        </pc:graphicFrameChg>
      </pc:sldChg>
      <pc:sldChg chg="addSp delSp modSp mod">
        <pc:chgData name="Vigneshwaran Balachandar" userId="63b8fa9e-6a84-41b1-a748-33f844a108e7" providerId="ADAL" clId="{1B46B5B9-2E09-4264-9722-F86C3D1F2B00}" dt="2026-05-07T05:13:01.054" v="1007"/>
        <pc:sldMkLst>
          <pc:docMk/>
          <pc:sldMk cId="2156662801" sldId="7952"/>
        </pc:sldMkLst>
        <pc:graphicFrameChg chg="mod modGraphic">
          <ac:chgData name="Vigneshwaran Balachandar" userId="63b8fa9e-6a84-41b1-a748-33f844a108e7" providerId="ADAL" clId="{1B46B5B9-2E09-4264-9722-F86C3D1F2B00}" dt="2026-05-07T05:13:01.054" v="1007"/>
          <ac:graphicFrameMkLst>
            <pc:docMk/>
            <pc:sldMk cId="2156662801" sldId="7952"/>
            <ac:graphicFrameMk id="2" creationId="{BB903406-B595-3AF3-C975-BBA8713E97DB}"/>
          </ac:graphicFrameMkLst>
        </pc:graphicFrameChg>
      </pc:sldChg>
      <pc:sldChg chg="modSp mod">
        <pc:chgData name="Vigneshwaran Balachandar" userId="63b8fa9e-6a84-41b1-a748-33f844a108e7" providerId="ADAL" clId="{1B46B5B9-2E09-4264-9722-F86C3D1F2B00}" dt="2026-05-07T05:13:13.747" v="1010" actId="14100"/>
        <pc:sldMkLst>
          <pc:docMk/>
          <pc:sldMk cId="2961552891" sldId="7953"/>
        </pc:sldMkLst>
        <pc:graphicFrameChg chg="mod modGraphic">
          <ac:chgData name="Vigneshwaran Balachandar" userId="63b8fa9e-6a84-41b1-a748-33f844a108e7" providerId="ADAL" clId="{1B46B5B9-2E09-4264-9722-F86C3D1F2B00}" dt="2026-05-07T05:13:06.575" v="1008"/>
          <ac:graphicFrameMkLst>
            <pc:docMk/>
            <pc:sldMk cId="2961552891" sldId="7953"/>
            <ac:graphicFrameMk id="2" creationId="{4A711644-89C7-28EE-5967-0BAD7F03D21B}"/>
          </ac:graphicFrameMkLst>
        </pc:graphicFrameChg>
        <pc:picChg chg="mod">
          <ac:chgData name="Vigneshwaran Balachandar" userId="63b8fa9e-6a84-41b1-a748-33f844a108e7" providerId="ADAL" clId="{1B46B5B9-2E09-4264-9722-F86C3D1F2B00}" dt="2026-05-07T05:13:13.747" v="1010" actId="14100"/>
          <ac:picMkLst>
            <pc:docMk/>
            <pc:sldMk cId="2961552891" sldId="7953"/>
            <ac:picMk id="17" creationId="{89DB7DC1-E17D-C697-13ED-DB6E98BE9A92}"/>
          </ac:picMkLst>
        </pc:picChg>
      </pc:sldChg>
      <pc:sldChg chg="addSp delSp modSp mod">
        <pc:chgData name="Vigneshwaran Balachandar" userId="63b8fa9e-6a84-41b1-a748-33f844a108e7" providerId="ADAL" clId="{1B46B5B9-2E09-4264-9722-F86C3D1F2B00}" dt="2026-05-07T05:16:20.096" v="1011"/>
        <pc:sldMkLst>
          <pc:docMk/>
          <pc:sldMk cId="3606496745" sldId="7954"/>
        </pc:sldMkLst>
        <pc:graphicFrameChg chg="mod modGraphic">
          <ac:chgData name="Vigneshwaran Balachandar" userId="63b8fa9e-6a84-41b1-a748-33f844a108e7" providerId="ADAL" clId="{1B46B5B9-2E09-4264-9722-F86C3D1F2B00}" dt="2026-05-07T05:16:20.096" v="1011"/>
          <ac:graphicFrameMkLst>
            <pc:docMk/>
            <pc:sldMk cId="3606496745" sldId="7954"/>
            <ac:graphicFrameMk id="2" creationId="{AC765303-2A57-11A9-1F89-D840A92D769F}"/>
          </ac:graphicFrameMkLst>
        </pc:graphicFrameChg>
      </pc:sldChg>
      <pc:sldChg chg="addSp delSp modSp mod">
        <pc:chgData name="Vigneshwaran Balachandar" userId="63b8fa9e-6a84-41b1-a748-33f844a108e7" providerId="ADAL" clId="{1B46B5B9-2E09-4264-9722-F86C3D1F2B00}" dt="2026-05-07T05:16:35.636" v="1013" actId="20577"/>
        <pc:sldMkLst>
          <pc:docMk/>
          <pc:sldMk cId="2227765667" sldId="7955"/>
        </pc:sldMkLst>
        <pc:graphicFrameChg chg="mod modGraphic">
          <ac:chgData name="Vigneshwaran Balachandar" userId="63b8fa9e-6a84-41b1-a748-33f844a108e7" providerId="ADAL" clId="{1B46B5B9-2E09-4264-9722-F86C3D1F2B00}" dt="2026-05-07T05:16:35.636" v="1013" actId="20577"/>
          <ac:graphicFrameMkLst>
            <pc:docMk/>
            <pc:sldMk cId="2227765667" sldId="7955"/>
            <ac:graphicFrameMk id="2" creationId="{D0010DE9-1BB4-6083-352C-3E620302E452}"/>
          </ac:graphicFrameMkLst>
        </pc:graphicFrameChg>
      </pc:sldChg>
      <pc:sldChg chg="addSp modSp mod">
        <pc:chgData name="Vigneshwaran Balachandar" userId="63b8fa9e-6a84-41b1-a748-33f844a108e7" providerId="ADAL" clId="{1B46B5B9-2E09-4264-9722-F86C3D1F2B00}" dt="2026-05-07T05:17:09.298" v="1026" actId="33524"/>
        <pc:sldMkLst>
          <pc:docMk/>
          <pc:sldMk cId="3301161164" sldId="7956"/>
        </pc:sldMkLst>
        <pc:spChg chg="mod">
          <ac:chgData name="Vigneshwaran Balachandar" userId="63b8fa9e-6a84-41b1-a748-33f844a108e7" providerId="ADAL" clId="{1B46B5B9-2E09-4264-9722-F86C3D1F2B00}" dt="2026-05-07T05:17:09.298" v="1026" actId="33524"/>
          <ac:spMkLst>
            <pc:docMk/>
            <pc:sldMk cId="3301161164" sldId="7956"/>
            <ac:spMk id="19" creationId="{0657314F-DA7D-2289-B35E-2BE016351816}"/>
          </ac:spMkLst>
        </pc:spChg>
        <pc:graphicFrameChg chg="mod modGraphic">
          <ac:chgData name="Vigneshwaran Balachandar" userId="63b8fa9e-6a84-41b1-a748-33f844a108e7" providerId="ADAL" clId="{1B46B5B9-2E09-4264-9722-F86C3D1F2B00}" dt="2026-05-07T05:09:04.808" v="977"/>
          <ac:graphicFrameMkLst>
            <pc:docMk/>
            <pc:sldMk cId="3301161164" sldId="7956"/>
            <ac:graphicFrameMk id="2" creationId="{702C5BD1-4FF7-CD75-165B-50057FE4FA2E}"/>
          </ac:graphicFrameMkLst>
        </pc:graphicFrameChg>
      </pc:sldChg>
      <pc:sldChg chg="modSp mod">
        <pc:chgData name="Vigneshwaran Balachandar" userId="63b8fa9e-6a84-41b1-a748-33f844a108e7" providerId="ADAL" clId="{1B46B5B9-2E09-4264-9722-F86C3D1F2B00}" dt="2026-05-07T05:17:45.653" v="1036" actId="20577"/>
        <pc:sldMkLst>
          <pc:docMk/>
          <pc:sldMk cId="3053116918" sldId="7957"/>
        </pc:sldMkLst>
        <pc:spChg chg="mod">
          <ac:chgData name="Vigneshwaran Balachandar" userId="63b8fa9e-6a84-41b1-a748-33f844a108e7" providerId="ADAL" clId="{1B46B5B9-2E09-4264-9722-F86C3D1F2B00}" dt="2026-05-07T05:17:45.653" v="1036" actId="20577"/>
          <ac:spMkLst>
            <pc:docMk/>
            <pc:sldMk cId="3053116918" sldId="7957"/>
            <ac:spMk id="19" creationId="{693AA927-B863-8B04-9354-0624D2C802AE}"/>
          </ac:spMkLst>
        </pc:spChg>
        <pc:graphicFrameChg chg="mod modGraphic">
          <ac:chgData name="Vigneshwaran Balachandar" userId="63b8fa9e-6a84-41b1-a748-33f844a108e7" providerId="ADAL" clId="{1B46B5B9-2E09-4264-9722-F86C3D1F2B00}" dt="2026-05-07T05:09:11.809" v="978"/>
          <ac:graphicFrameMkLst>
            <pc:docMk/>
            <pc:sldMk cId="3053116918" sldId="7957"/>
            <ac:graphicFrameMk id="2" creationId="{F505BC99-6098-4769-961D-20DF7633F4C5}"/>
          </ac:graphicFrameMkLst>
        </pc:graphicFrameChg>
      </pc:sldChg>
      <pc:sldChg chg="modSp mod">
        <pc:chgData name="Vigneshwaran Balachandar" userId="63b8fa9e-6a84-41b1-a748-33f844a108e7" providerId="ADAL" clId="{1B46B5B9-2E09-4264-9722-F86C3D1F2B00}" dt="2026-05-07T05:18:04.228" v="1046" actId="20577"/>
        <pc:sldMkLst>
          <pc:docMk/>
          <pc:sldMk cId="3547286431" sldId="7958"/>
        </pc:sldMkLst>
        <pc:spChg chg="mod">
          <ac:chgData name="Vigneshwaran Balachandar" userId="63b8fa9e-6a84-41b1-a748-33f844a108e7" providerId="ADAL" clId="{1B46B5B9-2E09-4264-9722-F86C3D1F2B00}" dt="2026-05-07T05:18:04.228" v="1046" actId="20577"/>
          <ac:spMkLst>
            <pc:docMk/>
            <pc:sldMk cId="3547286431" sldId="7958"/>
            <ac:spMk id="19" creationId="{F9501E2E-FE1A-F3C7-22B1-9505EA40BA49}"/>
          </ac:spMkLst>
        </pc:spChg>
        <pc:graphicFrameChg chg="mod modGraphic">
          <ac:chgData name="Vigneshwaran Balachandar" userId="63b8fa9e-6a84-41b1-a748-33f844a108e7" providerId="ADAL" clId="{1B46B5B9-2E09-4264-9722-F86C3D1F2B00}" dt="2026-05-07T05:09:29.865" v="979"/>
          <ac:graphicFrameMkLst>
            <pc:docMk/>
            <pc:sldMk cId="3547286431" sldId="7958"/>
            <ac:graphicFrameMk id="2" creationId="{50AC2BDC-8B5F-0722-7806-AED78686914C}"/>
          </ac:graphicFrameMkLst>
        </pc:graphicFrameChg>
      </pc:sldChg>
      <pc:sldChg chg="addSp delSp modSp mod">
        <pc:chgData name="Vigneshwaran Balachandar" userId="63b8fa9e-6a84-41b1-a748-33f844a108e7" providerId="ADAL" clId="{1B46B5B9-2E09-4264-9722-F86C3D1F2B00}" dt="2026-05-07T05:09:51.594" v="983" actId="1076"/>
        <pc:sldMkLst>
          <pc:docMk/>
          <pc:sldMk cId="1512834149" sldId="7959"/>
        </pc:sldMkLst>
        <pc:spChg chg="add mod">
          <ac:chgData name="Vigneshwaran Balachandar" userId="63b8fa9e-6a84-41b1-a748-33f844a108e7" providerId="ADAL" clId="{1B46B5B9-2E09-4264-9722-F86C3D1F2B00}" dt="2026-05-07T05:09:51.594" v="983" actId="1076"/>
          <ac:spMkLst>
            <pc:docMk/>
            <pc:sldMk cId="1512834149" sldId="7959"/>
            <ac:spMk id="3" creationId="{69B6F42D-7D8F-8EF1-9DE5-930D9A5FCA24}"/>
          </ac:spMkLst>
        </pc:spChg>
        <pc:spChg chg="del mod">
          <ac:chgData name="Vigneshwaran Balachandar" userId="63b8fa9e-6a84-41b1-a748-33f844a108e7" providerId="ADAL" clId="{1B46B5B9-2E09-4264-9722-F86C3D1F2B00}" dt="2026-05-07T05:09:47.899" v="982" actId="478"/>
          <ac:spMkLst>
            <pc:docMk/>
            <pc:sldMk cId="1512834149" sldId="7959"/>
            <ac:spMk id="19" creationId="{6211EFF6-5E84-91E4-B847-ABF7E8051546}"/>
          </ac:spMkLst>
        </pc:spChg>
        <pc:graphicFrameChg chg="mod modGraphic">
          <ac:chgData name="Vigneshwaran Balachandar" userId="63b8fa9e-6a84-41b1-a748-33f844a108e7" providerId="ADAL" clId="{1B46B5B9-2E09-4264-9722-F86C3D1F2B00}" dt="2026-05-07T05:09:40.025" v="980"/>
          <ac:graphicFrameMkLst>
            <pc:docMk/>
            <pc:sldMk cId="1512834149" sldId="7959"/>
            <ac:graphicFrameMk id="2" creationId="{2C7ECD13-3F8E-CC94-6011-7FDE7E3DA8A4}"/>
          </ac:graphicFrameMkLst>
        </pc:graphicFrameChg>
      </pc:sldChg>
      <pc:sldChg chg="addSp delSp modSp mod">
        <pc:chgData name="Vigneshwaran Balachandar" userId="63b8fa9e-6a84-41b1-a748-33f844a108e7" providerId="ADAL" clId="{1B46B5B9-2E09-4264-9722-F86C3D1F2B00}" dt="2026-05-07T05:18:20.699" v="1061" actId="20577"/>
        <pc:sldMkLst>
          <pc:docMk/>
          <pc:sldMk cId="1518121164" sldId="7960"/>
        </pc:sldMkLst>
        <pc:graphicFrameChg chg="mod modGraphic">
          <ac:chgData name="Vigneshwaran Balachandar" userId="63b8fa9e-6a84-41b1-a748-33f844a108e7" providerId="ADAL" clId="{1B46B5B9-2E09-4264-9722-F86C3D1F2B00}" dt="2026-05-07T05:18:20.699" v="1061" actId="20577"/>
          <ac:graphicFrameMkLst>
            <pc:docMk/>
            <pc:sldMk cId="1518121164" sldId="7960"/>
            <ac:graphicFrameMk id="2" creationId="{66F3DDAB-DBAE-1884-A50B-91DEFA896155}"/>
          </ac:graphicFrameMkLst>
        </pc:graphicFrameChg>
        <pc:picChg chg="mod">
          <ac:chgData name="Vigneshwaran Balachandar" userId="63b8fa9e-6a84-41b1-a748-33f844a108e7" providerId="ADAL" clId="{1B46B5B9-2E09-4264-9722-F86C3D1F2B00}" dt="2026-05-07T04:59:00.291" v="870" actId="14100"/>
          <ac:picMkLst>
            <pc:docMk/>
            <pc:sldMk cId="1518121164" sldId="7960"/>
            <ac:picMk id="14" creationId="{C1CA06A1-017D-5E26-24D9-E89657428929}"/>
          </ac:picMkLst>
        </pc:picChg>
        <pc:cxnChg chg="mod">
          <ac:chgData name="Vigneshwaran Balachandar" userId="63b8fa9e-6a84-41b1-a748-33f844a108e7" providerId="ADAL" clId="{1B46B5B9-2E09-4264-9722-F86C3D1F2B00}" dt="2026-05-07T04:59:05.608" v="871" actId="14100"/>
          <ac:cxnSpMkLst>
            <pc:docMk/>
            <pc:sldMk cId="1518121164" sldId="7960"/>
            <ac:cxnSpMk id="17" creationId="{DB165422-310A-0E47-7A23-43A18AAC44FA}"/>
          </ac:cxnSpMkLst>
        </pc:cxnChg>
        <pc:cxnChg chg="mod">
          <ac:chgData name="Vigneshwaran Balachandar" userId="63b8fa9e-6a84-41b1-a748-33f844a108e7" providerId="ADAL" clId="{1B46B5B9-2E09-4264-9722-F86C3D1F2B00}" dt="2026-05-07T04:59:13.436" v="872" actId="14100"/>
          <ac:cxnSpMkLst>
            <pc:docMk/>
            <pc:sldMk cId="1518121164" sldId="7960"/>
            <ac:cxnSpMk id="18" creationId="{5B937A91-84A3-7B9A-4E6E-168217D607A6}"/>
          </ac:cxnSpMkLst>
        </pc:cxnChg>
      </pc:sldChg>
      <pc:sldChg chg="addSp delSp modSp mod">
        <pc:chgData name="Vigneshwaran Balachandar" userId="63b8fa9e-6a84-41b1-a748-33f844a108e7" providerId="ADAL" clId="{1B46B5B9-2E09-4264-9722-F86C3D1F2B00}" dt="2026-05-07T05:10:05.514" v="985"/>
        <pc:sldMkLst>
          <pc:docMk/>
          <pc:sldMk cId="630161185" sldId="7961"/>
        </pc:sldMkLst>
        <pc:graphicFrameChg chg="mod modGraphic">
          <ac:chgData name="Vigneshwaran Balachandar" userId="63b8fa9e-6a84-41b1-a748-33f844a108e7" providerId="ADAL" clId="{1B46B5B9-2E09-4264-9722-F86C3D1F2B00}" dt="2026-05-07T05:10:05.514" v="985"/>
          <ac:graphicFrameMkLst>
            <pc:docMk/>
            <pc:sldMk cId="630161185" sldId="7961"/>
            <ac:graphicFrameMk id="2" creationId="{63CA74D9-882B-C2CF-C9A8-622FFCD6142D}"/>
          </ac:graphicFrameMkLst>
        </pc:graphicFrameChg>
      </pc:sldChg>
      <pc:sldChg chg="addSp delSp modSp del mod">
        <pc:chgData name="Vigneshwaran Balachandar" userId="63b8fa9e-6a84-41b1-a748-33f844a108e7" providerId="ADAL" clId="{1B46B5B9-2E09-4264-9722-F86C3D1F2B00}" dt="2026-05-07T05:18:29.249" v="1062" actId="47"/>
        <pc:sldMkLst>
          <pc:docMk/>
          <pc:sldMk cId="3318452482" sldId="7964"/>
        </pc:sldMkLst>
      </pc:sldChg>
    </pc:docChg>
  </pc:docChgLst>
  <pc:docChgLst>
    <pc:chgData name="Vigneshwaran Balachandar" userId="S::vigneshwaran.balachandar@sobhaconst.com::63b8fa9e-6a84-41b1-a748-33f844a108e7" providerId="AD" clId="Web-{11355979-D53E-C5BE-B117-1CEA3CE510C4}"/>
    <pc:docChg chg="modSld">
      <pc:chgData name="Vigneshwaran Balachandar" userId="S::vigneshwaran.balachandar@sobhaconst.com::63b8fa9e-6a84-41b1-a748-33f844a108e7" providerId="AD" clId="Web-{11355979-D53E-C5BE-B117-1CEA3CE510C4}" dt="2026-05-07T05:02:00.108" v="25"/>
      <pc:docMkLst>
        <pc:docMk/>
      </pc:docMkLst>
      <pc:sldChg chg="modSp">
        <pc:chgData name="Vigneshwaran Balachandar" userId="S::vigneshwaran.balachandar@sobhaconst.com::63b8fa9e-6a84-41b1-a748-33f844a108e7" providerId="AD" clId="Web-{11355979-D53E-C5BE-B117-1CEA3CE510C4}" dt="2026-05-07T05:02:00.108" v="25"/>
        <pc:sldMkLst>
          <pc:docMk/>
          <pc:sldMk cId="1518121164" sldId="7960"/>
        </pc:sldMkLst>
        <pc:graphicFrameChg chg="mod modGraphic">
          <ac:chgData name="Vigneshwaran Balachandar" userId="S::vigneshwaran.balachandar@sobhaconst.com::63b8fa9e-6a84-41b1-a748-33f844a108e7" providerId="AD" clId="Web-{11355979-D53E-C5BE-B117-1CEA3CE510C4}" dt="2026-05-07T05:02:00.108" v="25"/>
          <ac:graphicFrameMkLst>
            <pc:docMk/>
            <pc:sldMk cId="1518121164" sldId="7960"/>
            <ac:graphicFrameMk id="2" creationId="{66F3DDAB-DBAE-1884-A50B-91DEFA896155}"/>
          </ac:graphicFrameMkLst>
        </pc:graphicFrameChg>
      </pc:sldChg>
    </pc:docChg>
  </pc:docChgLst>
  <pc:docChgLst>
    <pc:chgData name="Rajeshkumar Lakshmanan" userId="S::rajeshkumar.lakshmanan@sobhaconst.com::0b2a9b6f-4d2c-4704-9299-2e54698e0893" providerId="AD" clId="Web-{2158BB5F-F8CE-2118-8AC6-04763E4528D4}"/>
    <pc:docChg chg="modSld">
      <pc:chgData name="Rajeshkumar Lakshmanan" userId="S::rajeshkumar.lakshmanan@sobhaconst.com::0b2a9b6f-4d2c-4704-9299-2e54698e0893" providerId="AD" clId="Web-{2158BB5F-F8CE-2118-8AC6-04763E4528D4}" dt="2026-05-08T17:23:48.504" v="37"/>
      <pc:docMkLst>
        <pc:docMk/>
      </pc:docMkLst>
      <pc:sldChg chg="modSp">
        <pc:chgData name="Rajeshkumar Lakshmanan" userId="S::rajeshkumar.lakshmanan@sobhaconst.com::0b2a9b6f-4d2c-4704-9299-2e54698e0893" providerId="AD" clId="Web-{2158BB5F-F8CE-2118-8AC6-04763E4528D4}" dt="2026-05-08T17:23:48.504" v="37"/>
        <pc:sldMkLst>
          <pc:docMk/>
          <pc:sldMk cId="2095857428" sldId="7932"/>
        </pc:sldMkLst>
        <pc:graphicFrameChg chg="mod modGraphic">
          <ac:chgData name="Rajeshkumar Lakshmanan" userId="S::rajeshkumar.lakshmanan@sobhaconst.com::0b2a9b6f-4d2c-4704-9299-2e54698e0893" providerId="AD" clId="Web-{2158BB5F-F8CE-2118-8AC6-04763E4528D4}" dt="2026-05-08T17:23:48.504" v="37"/>
          <ac:graphicFrameMkLst>
            <pc:docMk/>
            <pc:sldMk cId="2095857428" sldId="7932"/>
            <ac:graphicFrameMk id="10" creationId="{82C20CEE-6370-C7D7-48D2-8FE63F41B888}"/>
          </ac:graphicFrameMkLst>
        </pc:graphicFrameChg>
      </pc:sldChg>
    </pc:docChg>
  </pc:docChgLst>
  <pc:docChgLst>
    <pc:chgData name="Paul Daniel Dass Dhanapal" userId="a3b2459a-4399-4c16-b045-c17fbe6bd25c" providerId="ADAL" clId="{98FC4701-10BB-470D-BC1A-FAA02BA1865F}"/>
    <pc:docChg chg="undo redo custSel addSld delSld modSld sldOrd">
      <pc:chgData name="Paul Daniel Dass Dhanapal" userId="a3b2459a-4399-4c16-b045-c17fbe6bd25c" providerId="ADAL" clId="{98FC4701-10BB-470D-BC1A-FAA02BA1865F}" dt="2026-05-08T13:44:33.505" v="5591"/>
      <pc:docMkLst>
        <pc:docMk/>
      </pc:docMkLst>
      <pc:sldChg chg="addSp delSp modSp mod">
        <pc:chgData name="Paul Daniel Dass Dhanapal" userId="a3b2459a-4399-4c16-b045-c17fbe6bd25c" providerId="ADAL" clId="{98FC4701-10BB-470D-BC1A-FAA02BA1865F}" dt="2026-05-08T11:38:05.419" v="5574" actId="20577"/>
        <pc:sldMkLst>
          <pc:docMk/>
          <pc:sldMk cId="1779812247" sldId="7925"/>
        </pc:sldMkLst>
        <pc:spChg chg="del">
          <ac:chgData name="Paul Daniel Dass Dhanapal" userId="a3b2459a-4399-4c16-b045-c17fbe6bd25c" providerId="ADAL" clId="{98FC4701-10BB-470D-BC1A-FAA02BA1865F}" dt="2026-05-08T06:38:00.109" v="4810" actId="478"/>
          <ac:spMkLst>
            <pc:docMk/>
            <pc:sldMk cId="1779812247" sldId="7925"/>
            <ac:spMk id="2" creationId="{728384BA-32DB-9C84-2469-C333E2710D20}"/>
          </ac:spMkLst>
        </pc:spChg>
        <pc:spChg chg="add del mod">
          <ac:chgData name="Paul Daniel Dass Dhanapal" userId="a3b2459a-4399-4c16-b045-c17fbe6bd25c" providerId="ADAL" clId="{98FC4701-10BB-470D-BC1A-FAA02BA1865F}" dt="2026-05-08T10:52:53.728" v="5468" actId="478"/>
          <ac:spMkLst>
            <pc:docMk/>
            <pc:sldMk cId="1779812247" sldId="7925"/>
            <ac:spMk id="2" creationId="{A1C7F070-F121-C44E-96A0-264AA38830CD}"/>
          </ac:spMkLst>
        </pc:spChg>
        <pc:spChg chg="mod">
          <ac:chgData name="Paul Daniel Dass Dhanapal" userId="a3b2459a-4399-4c16-b045-c17fbe6bd25c" providerId="ADAL" clId="{98FC4701-10BB-470D-BC1A-FAA02BA1865F}" dt="2026-05-06T11:03:32.494" v="2239" actId="1076"/>
          <ac:spMkLst>
            <pc:docMk/>
            <pc:sldMk cId="1779812247" sldId="7925"/>
            <ac:spMk id="3" creationId="{E4FEB6E1-08AA-92B0-7C13-3098D0BC1B72}"/>
          </ac:spMkLst>
        </pc:spChg>
        <pc:spChg chg="add del">
          <ac:chgData name="Paul Daniel Dass Dhanapal" userId="a3b2459a-4399-4c16-b045-c17fbe6bd25c" providerId="ADAL" clId="{98FC4701-10BB-470D-BC1A-FAA02BA1865F}" dt="2026-05-08T10:53:15.297" v="5476" actId="478"/>
          <ac:spMkLst>
            <pc:docMk/>
            <pc:sldMk cId="1779812247" sldId="7925"/>
            <ac:spMk id="8" creationId="{F6973B3B-83B6-7BD0-202C-E72634C7BED8}"/>
          </ac:spMkLst>
        </pc:spChg>
        <pc:spChg chg="add del">
          <ac:chgData name="Paul Daniel Dass Dhanapal" userId="a3b2459a-4399-4c16-b045-c17fbe6bd25c" providerId="ADAL" clId="{98FC4701-10BB-470D-BC1A-FAA02BA1865F}" dt="2026-05-08T10:52:51.556" v="5467" actId="478"/>
          <ac:spMkLst>
            <pc:docMk/>
            <pc:sldMk cId="1779812247" sldId="7925"/>
            <ac:spMk id="10" creationId="{DF6BF054-552E-5469-F4A8-8DD7237E57D4}"/>
          </ac:spMkLst>
        </pc:spChg>
        <pc:spChg chg="add mod">
          <ac:chgData name="Paul Daniel Dass Dhanapal" userId="a3b2459a-4399-4c16-b045-c17fbe6bd25c" providerId="ADAL" clId="{98FC4701-10BB-470D-BC1A-FAA02BA1865F}" dt="2026-05-08T11:38:05.419" v="5574" actId="20577"/>
          <ac:spMkLst>
            <pc:docMk/>
            <pc:sldMk cId="1779812247" sldId="7925"/>
            <ac:spMk id="11" creationId="{DE977B09-493B-C266-6AB3-A6A9B2C4BF13}"/>
          </ac:spMkLst>
        </pc:spChg>
        <pc:spChg chg="add del">
          <ac:chgData name="Paul Daniel Dass Dhanapal" userId="a3b2459a-4399-4c16-b045-c17fbe6bd25c" providerId="ADAL" clId="{98FC4701-10BB-470D-BC1A-FAA02BA1865F}" dt="2026-05-08T10:52:46.993" v="5465" actId="478"/>
          <ac:spMkLst>
            <pc:docMk/>
            <pc:sldMk cId="1779812247" sldId="7925"/>
            <ac:spMk id="13" creationId="{4EA17D12-5793-A5E3-E728-B8AB99FED02D}"/>
          </ac:spMkLst>
        </pc:spChg>
        <pc:graphicFrameChg chg="add del mod">
          <ac:chgData name="Paul Daniel Dass Dhanapal" userId="a3b2459a-4399-4c16-b045-c17fbe6bd25c" providerId="ADAL" clId="{98FC4701-10BB-470D-BC1A-FAA02BA1865F}" dt="2026-05-08T10:52:49.376" v="5466" actId="478"/>
          <ac:graphicFrameMkLst>
            <pc:docMk/>
            <pc:sldMk cId="1779812247" sldId="7925"/>
            <ac:graphicFrameMk id="6" creationId="{869FA80D-1FFB-8F2B-F763-C76C02B7B448}"/>
          </ac:graphicFrameMkLst>
        </pc:graphicFrameChg>
      </pc:sldChg>
      <pc:sldChg chg="delSp modSp mod">
        <pc:chgData name="Paul Daniel Dass Dhanapal" userId="a3b2459a-4399-4c16-b045-c17fbe6bd25c" providerId="ADAL" clId="{98FC4701-10BB-470D-BC1A-FAA02BA1865F}" dt="2026-05-08T11:03:26.791" v="5513" actId="20577"/>
        <pc:sldMkLst>
          <pc:docMk/>
          <pc:sldMk cId="1850391546" sldId="7929"/>
        </pc:sldMkLst>
        <pc:spChg chg="del">
          <ac:chgData name="Paul Daniel Dass Dhanapal" userId="a3b2459a-4399-4c16-b045-c17fbe6bd25c" providerId="ADAL" clId="{98FC4701-10BB-470D-BC1A-FAA02BA1865F}" dt="2026-05-07T13:56:23.014" v="3713" actId="478"/>
          <ac:spMkLst>
            <pc:docMk/>
            <pc:sldMk cId="1850391546" sldId="7929"/>
            <ac:spMk id="2" creationId="{BD1DABFF-7CBE-CA4C-B893-8F06C3972FBB}"/>
          </ac:spMkLst>
        </pc:spChg>
        <pc:graphicFrameChg chg="mod modGraphic">
          <ac:chgData name="Paul Daniel Dass Dhanapal" userId="a3b2459a-4399-4c16-b045-c17fbe6bd25c" providerId="ADAL" clId="{98FC4701-10BB-470D-BC1A-FAA02BA1865F}" dt="2026-05-08T11:03:26.791" v="5513" actId="20577"/>
          <ac:graphicFrameMkLst>
            <pc:docMk/>
            <pc:sldMk cId="1850391546" sldId="7929"/>
            <ac:graphicFrameMk id="25" creationId="{4F092AA3-8B32-F49C-A850-FD477A293948}"/>
          </ac:graphicFrameMkLst>
        </pc:graphicFrameChg>
      </pc:sldChg>
      <pc:sldChg chg="addSp delSp modSp mod">
        <pc:chgData name="Paul Daniel Dass Dhanapal" userId="a3b2459a-4399-4c16-b045-c17fbe6bd25c" providerId="ADAL" clId="{98FC4701-10BB-470D-BC1A-FAA02BA1865F}" dt="2026-05-08T10:22:11.677" v="5025" actId="20577"/>
        <pc:sldMkLst>
          <pc:docMk/>
          <pc:sldMk cId="2095857428" sldId="7932"/>
        </pc:sldMkLst>
        <pc:spChg chg="add mod">
          <ac:chgData name="Paul Daniel Dass Dhanapal" userId="a3b2459a-4399-4c16-b045-c17fbe6bd25c" providerId="ADAL" clId="{98FC4701-10BB-470D-BC1A-FAA02BA1865F}" dt="2026-05-07T13:57:02.553" v="3718" actId="404"/>
          <ac:spMkLst>
            <pc:docMk/>
            <pc:sldMk cId="2095857428" sldId="7932"/>
            <ac:spMk id="2" creationId="{E27EFA21-AD94-15DB-B6EF-81558C7E75A8}"/>
          </ac:spMkLst>
        </pc:spChg>
        <pc:spChg chg="add mod">
          <ac:chgData name="Paul Daniel Dass Dhanapal" userId="a3b2459a-4399-4c16-b045-c17fbe6bd25c" providerId="ADAL" clId="{98FC4701-10BB-470D-BC1A-FAA02BA1865F}" dt="2026-05-07T13:57:02.553" v="3718" actId="404"/>
          <ac:spMkLst>
            <pc:docMk/>
            <pc:sldMk cId="2095857428" sldId="7932"/>
            <ac:spMk id="3" creationId="{1ED1DACC-8B47-18DB-73C7-62C26BE0BD9A}"/>
          </ac:spMkLst>
        </pc:spChg>
        <pc:spChg chg="del">
          <ac:chgData name="Paul Daniel Dass Dhanapal" userId="a3b2459a-4399-4c16-b045-c17fbe6bd25c" providerId="ADAL" clId="{98FC4701-10BB-470D-BC1A-FAA02BA1865F}" dt="2026-05-07T13:56:36.732" v="3716" actId="478"/>
          <ac:spMkLst>
            <pc:docMk/>
            <pc:sldMk cId="2095857428" sldId="7932"/>
            <ac:spMk id="4" creationId="{57B66366-FCA7-2627-4F1B-7C57C1FD2AA1}"/>
          </ac:spMkLst>
        </pc:spChg>
        <pc:spChg chg="del">
          <ac:chgData name="Paul Daniel Dass Dhanapal" userId="a3b2459a-4399-4c16-b045-c17fbe6bd25c" providerId="ADAL" clId="{98FC4701-10BB-470D-BC1A-FAA02BA1865F}" dt="2026-05-07T13:56:34.586" v="3715" actId="478"/>
          <ac:spMkLst>
            <pc:docMk/>
            <pc:sldMk cId="2095857428" sldId="7932"/>
            <ac:spMk id="5" creationId="{BA0EC287-306B-D4A1-7D22-304B2F29121C}"/>
          </ac:spMkLst>
        </pc:spChg>
        <pc:spChg chg="del">
          <ac:chgData name="Paul Daniel Dass Dhanapal" userId="a3b2459a-4399-4c16-b045-c17fbe6bd25c" providerId="ADAL" clId="{98FC4701-10BB-470D-BC1A-FAA02BA1865F}" dt="2026-05-07T13:56:26.066" v="3714" actId="478"/>
          <ac:spMkLst>
            <pc:docMk/>
            <pc:sldMk cId="2095857428" sldId="7932"/>
            <ac:spMk id="6" creationId="{586D5F0F-6656-0DD5-3701-02929920263A}"/>
          </ac:spMkLst>
        </pc:spChg>
        <pc:graphicFrameChg chg="mod modGraphic">
          <ac:chgData name="Paul Daniel Dass Dhanapal" userId="a3b2459a-4399-4c16-b045-c17fbe6bd25c" providerId="ADAL" clId="{98FC4701-10BB-470D-BC1A-FAA02BA1865F}" dt="2026-05-08T10:22:11.677" v="5025" actId="20577"/>
          <ac:graphicFrameMkLst>
            <pc:docMk/>
            <pc:sldMk cId="2095857428" sldId="7932"/>
            <ac:graphicFrameMk id="9" creationId="{F53FE5C0-8408-65AC-A477-6F4894678E91}"/>
          </ac:graphicFrameMkLst>
        </pc:graphicFrameChg>
        <pc:graphicFrameChg chg="mod modGraphic">
          <ac:chgData name="Paul Daniel Dass Dhanapal" userId="a3b2459a-4399-4c16-b045-c17fbe6bd25c" providerId="ADAL" clId="{98FC4701-10BB-470D-BC1A-FAA02BA1865F}" dt="2026-05-08T10:21:57.305" v="5020"/>
          <ac:graphicFrameMkLst>
            <pc:docMk/>
            <pc:sldMk cId="2095857428" sldId="7932"/>
            <ac:graphicFrameMk id="10" creationId="{82C20CEE-6370-C7D7-48D2-8FE63F41B888}"/>
          </ac:graphicFrameMkLst>
        </pc:graphicFrameChg>
      </pc:sldChg>
      <pc:sldChg chg="addSp delSp modSp mod ord">
        <pc:chgData name="Paul Daniel Dass Dhanapal" userId="a3b2459a-4399-4c16-b045-c17fbe6bd25c" providerId="ADAL" clId="{98FC4701-10BB-470D-BC1A-FAA02BA1865F}" dt="2026-05-08T11:38:48.319" v="5575"/>
        <pc:sldMkLst>
          <pc:docMk/>
          <pc:sldMk cId="3364092360" sldId="7933"/>
        </pc:sldMkLst>
        <pc:spChg chg="del">
          <ac:chgData name="Paul Daniel Dass Dhanapal" userId="a3b2459a-4399-4c16-b045-c17fbe6bd25c" providerId="ADAL" clId="{98FC4701-10BB-470D-BC1A-FAA02BA1865F}" dt="2026-05-07T13:56:18.749" v="3712" actId="478"/>
          <ac:spMkLst>
            <pc:docMk/>
            <pc:sldMk cId="3364092360" sldId="7933"/>
            <ac:spMk id="2" creationId="{46D960A5-6C19-0DB7-AFB3-20D258647F8F}"/>
          </ac:spMkLst>
        </pc:spChg>
        <pc:spChg chg="mod">
          <ac:chgData name="Paul Daniel Dass Dhanapal" userId="a3b2459a-4399-4c16-b045-c17fbe6bd25c" providerId="ADAL" clId="{98FC4701-10BB-470D-BC1A-FAA02BA1865F}" dt="2026-05-08T11:38:48.319" v="5575"/>
          <ac:spMkLst>
            <pc:docMk/>
            <pc:sldMk cId="3364092360" sldId="7933"/>
            <ac:spMk id="3" creationId="{F87B4AA5-D046-F800-EA68-311820B2B1E2}"/>
          </ac:spMkLst>
        </pc:spChg>
        <pc:spChg chg="mod">
          <ac:chgData name="Paul Daniel Dass Dhanapal" userId="a3b2459a-4399-4c16-b045-c17fbe6bd25c" providerId="ADAL" clId="{98FC4701-10BB-470D-BC1A-FAA02BA1865F}" dt="2026-05-07T13:19:42.857" v="3413" actId="164"/>
          <ac:spMkLst>
            <pc:docMk/>
            <pc:sldMk cId="3364092360" sldId="7933"/>
            <ac:spMk id="34" creationId="{46F39C06-CAA8-1CF3-CFEC-0359862B9D20}"/>
          </ac:spMkLst>
        </pc:spChg>
        <pc:spChg chg="mod">
          <ac:chgData name="Paul Daniel Dass Dhanapal" userId="a3b2459a-4399-4c16-b045-c17fbe6bd25c" providerId="ADAL" clId="{98FC4701-10BB-470D-BC1A-FAA02BA1865F}" dt="2026-05-07T13:19:42.857" v="3413" actId="164"/>
          <ac:spMkLst>
            <pc:docMk/>
            <pc:sldMk cId="3364092360" sldId="7933"/>
            <ac:spMk id="35" creationId="{4F3C95C6-EE81-4091-44A6-2D04F5EBA53B}"/>
          </ac:spMkLst>
        </pc:spChg>
        <pc:spChg chg="mod">
          <ac:chgData name="Paul Daniel Dass Dhanapal" userId="a3b2459a-4399-4c16-b045-c17fbe6bd25c" providerId="ADAL" clId="{98FC4701-10BB-470D-BC1A-FAA02BA1865F}" dt="2026-05-07T13:19:42.857" v="3413" actId="164"/>
          <ac:spMkLst>
            <pc:docMk/>
            <pc:sldMk cId="3364092360" sldId="7933"/>
            <ac:spMk id="36" creationId="{CF09967C-965C-1CCF-9F2B-3BF26BC5F189}"/>
          </ac:spMkLst>
        </pc:spChg>
        <pc:spChg chg="mod">
          <ac:chgData name="Paul Daniel Dass Dhanapal" userId="a3b2459a-4399-4c16-b045-c17fbe6bd25c" providerId="ADAL" clId="{98FC4701-10BB-470D-BC1A-FAA02BA1865F}" dt="2026-05-07T13:19:42.857" v="3413" actId="164"/>
          <ac:spMkLst>
            <pc:docMk/>
            <pc:sldMk cId="3364092360" sldId="7933"/>
            <ac:spMk id="37" creationId="{C4E19F83-2D11-544A-6D36-C2D9796C6666}"/>
          </ac:spMkLst>
        </pc:spChg>
        <pc:spChg chg="mod">
          <ac:chgData name="Paul Daniel Dass Dhanapal" userId="a3b2459a-4399-4c16-b045-c17fbe6bd25c" providerId="ADAL" clId="{98FC4701-10BB-470D-BC1A-FAA02BA1865F}" dt="2026-05-07T13:19:42.857" v="3413" actId="164"/>
          <ac:spMkLst>
            <pc:docMk/>
            <pc:sldMk cId="3364092360" sldId="7933"/>
            <ac:spMk id="38" creationId="{D12D3444-C562-8F3F-7EDC-5D0D4945791B}"/>
          </ac:spMkLst>
        </pc:spChg>
        <pc:spChg chg="mod">
          <ac:chgData name="Paul Daniel Dass Dhanapal" userId="a3b2459a-4399-4c16-b045-c17fbe6bd25c" providerId="ADAL" clId="{98FC4701-10BB-470D-BC1A-FAA02BA1865F}" dt="2026-05-07T13:19:42.857" v="3413" actId="164"/>
          <ac:spMkLst>
            <pc:docMk/>
            <pc:sldMk cId="3364092360" sldId="7933"/>
            <ac:spMk id="39" creationId="{49BEB889-3A87-6B08-F2A8-20EE7C0CB396}"/>
          </ac:spMkLst>
        </pc:spChg>
        <pc:spChg chg="mod">
          <ac:chgData name="Paul Daniel Dass Dhanapal" userId="a3b2459a-4399-4c16-b045-c17fbe6bd25c" providerId="ADAL" clId="{98FC4701-10BB-470D-BC1A-FAA02BA1865F}" dt="2026-05-07T13:19:42.857" v="3413" actId="164"/>
          <ac:spMkLst>
            <pc:docMk/>
            <pc:sldMk cId="3364092360" sldId="7933"/>
            <ac:spMk id="40" creationId="{EB15766D-B37E-AA12-9AE1-607FE1117325}"/>
          </ac:spMkLst>
        </pc:spChg>
        <pc:spChg chg="mod">
          <ac:chgData name="Paul Daniel Dass Dhanapal" userId="a3b2459a-4399-4c16-b045-c17fbe6bd25c" providerId="ADAL" clId="{98FC4701-10BB-470D-BC1A-FAA02BA1865F}" dt="2026-05-07T13:19:42.857" v="3413" actId="164"/>
          <ac:spMkLst>
            <pc:docMk/>
            <pc:sldMk cId="3364092360" sldId="7933"/>
            <ac:spMk id="41" creationId="{3875E5CF-3933-F10B-32B8-C54766E3699E}"/>
          </ac:spMkLst>
        </pc:spChg>
        <pc:spChg chg="mod">
          <ac:chgData name="Paul Daniel Dass Dhanapal" userId="a3b2459a-4399-4c16-b045-c17fbe6bd25c" providerId="ADAL" clId="{98FC4701-10BB-470D-BC1A-FAA02BA1865F}" dt="2026-05-07T13:19:42.857" v="3413" actId="164"/>
          <ac:spMkLst>
            <pc:docMk/>
            <pc:sldMk cId="3364092360" sldId="7933"/>
            <ac:spMk id="43" creationId="{D16705ED-BE0E-4DCE-FCFF-9C7CF3C018AC}"/>
          </ac:spMkLst>
        </pc:spChg>
        <pc:spChg chg="mod">
          <ac:chgData name="Paul Daniel Dass Dhanapal" userId="a3b2459a-4399-4c16-b045-c17fbe6bd25c" providerId="ADAL" clId="{98FC4701-10BB-470D-BC1A-FAA02BA1865F}" dt="2026-05-07T13:19:42.857" v="3413" actId="164"/>
          <ac:spMkLst>
            <pc:docMk/>
            <pc:sldMk cId="3364092360" sldId="7933"/>
            <ac:spMk id="44" creationId="{CFD54C4C-27C9-36D1-532C-4986E26C03FF}"/>
          </ac:spMkLst>
        </pc:spChg>
        <pc:grpChg chg="mod">
          <ac:chgData name="Paul Daniel Dass Dhanapal" userId="a3b2459a-4399-4c16-b045-c17fbe6bd25c" providerId="ADAL" clId="{98FC4701-10BB-470D-BC1A-FAA02BA1865F}" dt="2026-05-07T13:20:42.232" v="3417" actId="1076"/>
          <ac:grpSpMkLst>
            <pc:docMk/>
            <pc:sldMk cId="3364092360" sldId="7933"/>
            <ac:grpSpMk id="4" creationId="{1EEED051-0514-FE4B-6D72-BC34AD10CE04}"/>
          </ac:grpSpMkLst>
        </pc:grpChg>
        <pc:picChg chg="add mod">
          <ac:chgData name="Paul Daniel Dass Dhanapal" userId="a3b2459a-4399-4c16-b045-c17fbe6bd25c" providerId="ADAL" clId="{98FC4701-10BB-470D-BC1A-FAA02BA1865F}" dt="2026-05-07T13:19:50.254" v="3415" actId="14100"/>
          <ac:picMkLst>
            <pc:docMk/>
            <pc:sldMk cId="3364092360" sldId="7933"/>
            <ac:picMk id="54" creationId="{7294B175-6C70-2A14-B95F-AE36C2980792}"/>
          </ac:picMkLst>
        </pc:picChg>
        <pc:cxnChg chg="mod">
          <ac:chgData name="Paul Daniel Dass Dhanapal" userId="a3b2459a-4399-4c16-b045-c17fbe6bd25c" providerId="ADAL" clId="{98FC4701-10BB-470D-BC1A-FAA02BA1865F}" dt="2026-05-07T13:20:04.221" v="3416" actId="1076"/>
          <ac:cxnSpMkLst>
            <pc:docMk/>
            <pc:sldMk cId="3364092360" sldId="7933"/>
            <ac:cxnSpMk id="8" creationId="{32FA6E23-70CB-0DA8-E616-3418A0AB4027}"/>
          </ac:cxnSpMkLst>
        </pc:cxnChg>
        <pc:cxnChg chg="mod">
          <ac:chgData name="Paul Daniel Dass Dhanapal" userId="a3b2459a-4399-4c16-b045-c17fbe6bd25c" providerId="ADAL" clId="{98FC4701-10BB-470D-BC1A-FAA02BA1865F}" dt="2026-05-07T13:20:04.221" v="3416" actId="1076"/>
          <ac:cxnSpMkLst>
            <pc:docMk/>
            <pc:sldMk cId="3364092360" sldId="7933"/>
            <ac:cxnSpMk id="10" creationId="{27190B75-BA14-9952-5A47-5DD0EAD947D5}"/>
          </ac:cxnSpMkLst>
        </pc:cxnChg>
        <pc:cxnChg chg="mod">
          <ac:chgData name="Paul Daniel Dass Dhanapal" userId="a3b2459a-4399-4c16-b045-c17fbe6bd25c" providerId="ADAL" clId="{98FC4701-10BB-470D-BC1A-FAA02BA1865F}" dt="2026-05-07T13:20:04.221" v="3416" actId="1076"/>
          <ac:cxnSpMkLst>
            <pc:docMk/>
            <pc:sldMk cId="3364092360" sldId="7933"/>
            <ac:cxnSpMk id="11" creationId="{2A2B8D33-4C84-3337-FB8A-3145A84F8536}"/>
          </ac:cxnSpMkLst>
        </pc:cxnChg>
        <pc:cxnChg chg="mod">
          <ac:chgData name="Paul Daniel Dass Dhanapal" userId="a3b2459a-4399-4c16-b045-c17fbe6bd25c" providerId="ADAL" clId="{98FC4701-10BB-470D-BC1A-FAA02BA1865F}" dt="2026-05-07T13:20:04.221" v="3416" actId="1076"/>
          <ac:cxnSpMkLst>
            <pc:docMk/>
            <pc:sldMk cId="3364092360" sldId="7933"/>
            <ac:cxnSpMk id="12" creationId="{129347AB-28A4-43F4-0B6E-27F28878C961}"/>
          </ac:cxnSpMkLst>
        </pc:cxnChg>
      </pc:sldChg>
      <pc:sldChg chg="modSp del mod ord">
        <pc:chgData name="Paul Daniel Dass Dhanapal" userId="a3b2459a-4399-4c16-b045-c17fbe6bd25c" providerId="ADAL" clId="{98FC4701-10BB-470D-BC1A-FAA02BA1865F}" dt="2026-05-07T15:44:59.859" v="4644" actId="47"/>
        <pc:sldMkLst>
          <pc:docMk/>
          <pc:sldMk cId="2328824462" sldId="7934"/>
        </pc:sldMkLst>
      </pc:sldChg>
      <pc:sldChg chg="addSp delSp modSp del mod ord">
        <pc:chgData name="Paul Daniel Dass Dhanapal" userId="a3b2459a-4399-4c16-b045-c17fbe6bd25c" providerId="ADAL" clId="{98FC4701-10BB-470D-BC1A-FAA02BA1865F}" dt="2026-05-07T15:00:56.124" v="4194" actId="47"/>
        <pc:sldMkLst>
          <pc:docMk/>
          <pc:sldMk cId="880679224" sldId="7935"/>
        </pc:sldMkLst>
        <pc:spChg chg="add del mod">
          <ac:chgData name="Paul Daniel Dass Dhanapal" userId="a3b2459a-4399-4c16-b045-c17fbe6bd25c" providerId="ADAL" clId="{98FC4701-10BB-470D-BC1A-FAA02BA1865F}" dt="2026-05-07T13:06:38.465" v="3368" actId="478"/>
          <ac:spMkLst>
            <pc:docMk/>
            <pc:sldMk cId="880679224" sldId="7935"/>
            <ac:spMk id="27" creationId="{54D79414-00B0-AA74-C544-11C9B8CA02D3}"/>
          </ac:spMkLst>
        </pc:spChg>
      </pc:sldChg>
      <pc:sldChg chg="addSp delSp modSp add del mod">
        <pc:chgData name="Paul Daniel Dass Dhanapal" userId="a3b2459a-4399-4c16-b045-c17fbe6bd25c" providerId="ADAL" clId="{98FC4701-10BB-470D-BC1A-FAA02BA1865F}" dt="2026-05-07T14:15:41.376" v="3822" actId="47"/>
        <pc:sldMkLst>
          <pc:docMk/>
          <pc:sldMk cId="4006457181" sldId="7948"/>
        </pc:sldMkLst>
        <pc:spChg chg="add mod">
          <ac:chgData name="Paul Daniel Dass Dhanapal" userId="a3b2459a-4399-4c16-b045-c17fbe6bd25c" providerId="ADAL" clId="{98FC4701-10BB-470D-BC1A-FAA02BA1865F}" dt="2026-05-07T13:21:44.737" v="3427" actId="1076"/>
          <ac:spMkLst>
            <pc:docMk/>
            <pc:sldMk cId="4006457181" sldId="7948"/>
            <ac:spMk id="10" creationId="{BEAE7CBF-9138-9B08-F9B9-6CBA53AEEC70}"/>
          </ac:spMkLst>
        </pc:spChg>
        <pc:spChg chg="add mod">
          <ac:chgData name="Paul Daniel Dass Dhanapal" userId="a3b2459a-4399-4c16-b045-c17fbe6bd25c" providerId="ADAL" clId="{98FC4701-10BB-470D-BC1A-FAA02BA1865F}" dt="2026-05-07T13:21:44.737" v="3427" actId="1076"/>
          <ac:spMkLst>
            <pc:docMk/>
            <pc:sldMk cId="4006457181" sldId="7948"/>
            <ac:spMk id="11" creationId="{431F6CFF-5337-1A41-620F-C7DF971962EF}"/>
          </ac:spMkLst>
        </pc:spChg>
        <pc:spChg chg="add mod">
          <ac:chgData name="Paul Daniel Dass Dhanapal" userId="a3b2459a-4399-4c16-b045-c17fbe6bd25c" providerId="ADAL" clId="{98FC4701-10BB-470D-BC1A-FAA02BA1865F}" dt="2026-05-07T13:21:55.961" v="3429" actId="1076"/>
          <ac:spMkLst>
            <pc:docMk/>
            <pc:sldMk cId="4006457181" sldId="7948"/>
            <ac:spMk id="12" creationId="{5DC2B1BD-1602-C9D9-86C0-145E443FBA90}"/>
          </ac:spMkLst>
        </pc:spChg>
        <pc:spChg chg="add mod">
          <ac:chgData name="Paul Daniel Dass Dhanapal" userId="a3b2459a-4399-4c16-b045-c17fbe6bd25c" providerId="ADAL" clId="{98FC4701-10BB-470D-BC1A-FAA02BA1865F}" dt="2026-05-07T13:44:42.988" v="3637" actId="1076"/>
          <ac:spMkLst>
            <pc:docMk/>
            <pc:sldMk cId="4006457181" sldId="7948"/>
            <ac:spMk id="13" creationId="{4A5822FC-7EF1-581D-3E0A-CC8DDD4961DF}"/>
          </ac:spMkLst>
        </pc:spChg>
        <pc:spChg chg="add mod">
          <ac:chgData name="Paul Daniel Dass Dhanapal" userId="a3b2459a-4399-4c16-b045-c17fbe6bd25c" providerId="ADAL" clId="{98FC4701-10BB-470D-BC1A-FAA02BA1865F}" dt="2026-05-07T13:21:44.737" v="3427" actId="1076"/>
          <ac:spMkLst>
            <pc:docMk/>
            <pc:sldMk cId="4006457181" sldId="7948"/>
            <ac:spMk id="20" creationId="{E7DE01E6-4013-D0F8-B7F0-F8684FFE5E53}"/>
          </ac:spMkLst>
        </pc:spChg>
        <pc:spChg chg="add mod">
          <ac:chgData name="Paul Daniel Dass Dhanapal" userId="a3b2459a-4399-4c16-b045-c17fbe6bd25c" providerId="ADAL" clId="{98FC4701-10BB-470D-BC1A-FAA02BA1865F}" dt="2026-05-07T13:21:44.737" v="3427" actId="1076"/>
          <ac:spMkLst>
            <pc:docMk/>
            <pc:sldMk cId="4006457181" sldId="7948"/>
            <ac:spMk id="21" creationId="{8D4E98E4-492C-24FC-D1CE-A38930CAA571}"/>
          </ac:spMkLst>
        </pc:spChg>
        <pc:spChg chg="add del mod">
          <ac:chgData name="Paul Daniel Dass Dhanapal" userId="a3b2459a-4399-4c16-b045-c17fbe6bd25c" providerId="ADAL" clId="{98FC4701-10BB-470D-BC1A-FAA02BA1865F}" dt="2026-05-07T13:21:51.883" v="3428" actId="478"/>
          <ac:spMkLst>
            <pc:docMk/>
            <pc:sldMk cId="4006457181" sldId="7948"/>
            <ac:spMk id="22" creationId="{2F2FF0BA-0140-C830-7A31-878F88F0B40B}"/>
          </ac:spMkLst>
        </pc:spChg>
        <pc:spChg chg="add del mod">
          <ac:chgData name="Paul Daniel Dass Dhanapal" userId="a3b2459a-4399-4c16-b045-c17fbe6bd25c" providerId="ADAL" clId="{98FC4701-10BB-470D-BC1A-FAA02BA1865F}" dt="2026-05-07T13:21:51.883" v="3428" actId="478"/>
          <ac:spMkLst>
            <pc:docMk/>
            <pc:sldMk cId="4006457181" sldId="7948"/>
            <ac:spMk id="23" creationId="{4A8A980D-16AF-FC10-3B91-04CEED86F2A6}"/>
          </ac:spMkLst>
        </pc:spChg>
        <pc:spChg chg="add del mod">
          <ac:chgData name="Paul Daniel Dass Dhanapal" userId="a3b2459a-4399-4c16-b045-c17fbe6bd25c" providerId="ADAL" clId="{98FC4701-10BB-470D-BC1A-FAA02BA1865F}" dt="2026-05-07T13:21:51.883" v="3428" actId="478"/>
          <ac:spMkLst>
            <pc:docMk/>
            <pc:sldMk cId="4006457181" sldId="7948"/>
            <ac:spMk id="24" creationId="{31969771-1938-A92E-3756-28FE18043E8B}"/>
          </ac:spMkLst>
        </pc:spChg>
        <pc:spChg chg="add del mod">
          <ac:chgData name="Paul Daniel Dass Dhanapal" userId="a3b2459a-4399-4c16-b045-c17fbe6bd25c" providerId="ADAL" clId="{98FC4701-10BB-470D-BC1A-FAA02BA1865F}" dt="2026-05-07T13:06:31.574" v="3367" actId="478"/>
          <ac:spMkLst>
            <pc:docMk/>
            <pc:sldMk cId="4006457181" sldId="7948"/>
            <ac:spMk id="27" creationId="{5415AC65-3785-02BC-15C4-38293FE2FBB5}"/>
          </ac:spMkLst>
        </pc:spChg>
        <pc:graphicFrameChg chg="mod modGraphic">
          <ac:chgData name="Paul Daniel Dass Dhanapal" userId="a3b2459a-4399-4c16-b045-c17fbe6bd25c" providerId="ADAL" clId="{98FC4701-10BB-470D-BC1A-FAA02BA1865F}" dt="2026-05-07T13:23:04.067" v="3477"/>
          <ac:graphicFrameMkLst>
            <pc:docMk/>
            <pc:sldMk cId="4006457181" sldId="7948"/>
            <ac:graphicFrameMk id="2" creationId="{3E4B5641-3155-4886-EE48-1B81AC20B6D2}"/>
          </ac:graphicFrameMkLst>
        </pc:graphicFrameChg>
        <pc:picChg chg="add mod modCrop">
          <ac:chgData name="Paul Daniel Dass Dhanapal" userId="a3b2459a-4399-4c16-b045-c17fbe6bd25c" providerId="ADAL" clId="{98FC4701-10BB-470D-BC1A-FAA02BA1865F}" dt="2026-05-07T13:21:44.737" v="3427" actId="1076"/>
          <ac:picMkLst>
            <pc:docMk/>
            <pc:sldMk cId="4006457181" sldId="7948"/>
            <ac:picMk id="3" creationId="{A5708494-4451-DD9C-FC93-AE1480704CB6}"/>
          </ac:picMkLst>
        </pc:picChg>
        <pc:picChg chg="del">
          <ac:chgData name="Paul Daniel Dass Dhanapal" userId="a3b2459a-4399-4c16-b045-c17fbe6bd25c" providerId="ADAL" clId="{98FC4701-10BB-470D-BC1A-FAA02BA1865F}" dt="2026-05-07T13:21:51.883" v="3428" actId="478"/>
          <ac:picMkLst>
            <pc:docMk/>
            <pc:sldMk cId="4006457181" sldId="7948"/>
            <ac:picMk id="4" creationId="{8322C9BF-AC3A-B0A5-A6C9-097409AA1E6C}"/>
          </ac:picMkLst>
        </pc:picChg>
        <pc:picChg chg="del">
          <ac:chgData name="Paul Daniel Dass Dhanapal" userId="a3b2459a-4399-4c16-b045-c17fbe6bd25c" providerId="ADAL" clId="{98FC4701-10BB-470D-BC1A-FAA02BA1865F}" dt="2026-05-07T13:21:51.883" v="3428" actId="478"/>
          <ac:picMkLst>
            <pc:docMk/>
            <pc:sldMk cId="4006457181" sldId="7948"/>
            <ac:picMk id="8" creationId="{C0B2E3CC-8DA5-F1EF-C3B0-8A0E95B2FDB5}"/>
          </ac:picMkLst>
        </pc:picChg>
        <pc:picChg chg="add mod">
          <ac:chgData name="Paul Daniel Dass Dhanapal" userId="a3b2459a-4399-4c16-b045-c17fbe6bd25c" providerId="ADAL" clId="{98FC4701-10BB-470D-BC1A-FAA02BA1865F}" dt="2026-05-07T13:21:44.737" v="3427" actId="1076"/>
          <ac:picMkLst>
            <pc:docMk/>
            <pc:sldMk cId="4006457181" sldId="7948"/>
            <ac:picMk id="9" creationId="{54092E1A-B932-9192-76CC-6AAB502D6E3C}"/>
          </ac:picMkLst>
        </pc:picChg>
      </pc:sldChg>
      <pc:sldChg chg="addSp delSp modSp add del mod">
        <pc:chgData name="Paul Daniel Dass Dhanapal" userId="a3b2459a-4399-4c16-b045-c17fbe6bd25c" providerId="ADAL" clId="{98FC4701-10BB-470D-BC1A-FAA02BA1865F}" dt="2026-05-07T14:51:15.869" v="4131" actId="47"/>
        <pc:sldMkLst>
          <pc:docMk/>
          <pc:sldMk cId="3437503745" sldId="7949"/>
        </pc:sldMkLst>
        <pc:spChg chg="add del mod">
          <ac:chgData name="Paul Daniel Dass Dhanapal" userId="a3b2459a-4399-4c16-b045-c17fbe6bd25c" providerId="ADAL" clId="{98FC4701-10BB-470D-BC1A-FAA02BA1865F}" dt="2026-05-07T14:25:11.430" v="4106" actId="478"/>
          <ac:spMkLst>
            <pc:docMk/>
            <pc:sldMk cId="3437503745" sldId="7949"/>
            <ac:spMk id="3" creationId="{CBE5DB1F-0D7C-3640-8A39-054254E53478}"/>
          </ac:spMkLst>
        </pc:spChg>
        <pc:spChg chg="add del mod">
          <ac:chgData name="Paul Daniel Dass Dhanapal" userId="a3b2459a-4399-4c16-b045-c17fbe6bd25c" providerId="ADAL" clId="{98FC4701-10BB-470D-BC1A-FAA02BA1865F}" dt="2026-05-07T13:06:43.966" v="3369" actId="478"/>
          <ac:spMkLst>
            <pc:docMk/>
            <pc:sldMk cId="3437503745" sldId="7949"/>
            <ac:spMk id="30" creationId="{D6924B5B-2035-7BE2-2670-CF66AC27EA4E}"/>
          </ac:spMkLst>
        </pc:spChg>
        <pc:graphicFrameChg chg="mod modGraphic">
          <ac:chgData name="Paul Daniel Dass Dhanapal" userId="a3b2459a-4399-4c16-b045-c17fbe6bd25c" providerId="ADAL" clId="{98FC4701-10BB-470D-BC1A-FAA02BA1865F}" dt="2026-05-07T12:02:05.362" v="3334" actId="20577"/>
          <ac:graphicFrameMkLst>
            <pc:docMk/>
            <pc:sldMk cId="3437503745" sldId="7949"/>
            <ac:graphicFrameMk id="2" creationId="{C7B5D26C-EC76-2307-B882-BD8472ED1BF8}"/>
          </ac:graphicFrameMkLst>
        </pc:graphicFrameChg>
      </pc:sldChg>
      <pc:sldChg chg="addSp delSp modSp add del mod ord">
        <pc:chgData name="Paul Daniel Dass Dhanapal" userId="a3b2459a-4399-4c16-b045-c17fbe6bd25c" providerId="ADAL" clId="{98FC4701-10BB-470D-BC1A-FAA02BA1865F}" dt="2026-05-07T14:56:00.539" v="4170" actId="47"/>
        <pc:sldMkLst>
          <pc:docMk/>
          <pc:sldMk cId="3146944725" sldId="7950"/>
        </pc:sldMkLst>
      </pc:sldChg>
      <pc:sldChg chg="addSp delSp modSp add del mod">
        <pc:chgData name="Paul Daniel Dass Dhanapal" userId="a3b2459a-4399-4c16-b045-c17fbe6bd25c" providerId="ADAL" clId="{98FC4701-10BB-470D-BC1A-FAA02BA1865F}" dt="2026-05-07T15:02:39.453" v="4218" actId="47"/>
        <pc:sldMkLst>
          <pc:docMk/>
          <pc:sldMk cId="99024377" sldId="7951"/>
        </pc:sldMkLst>
      </pc:sldChg>
      <pc:sldChg chg="addSp delSp modSp add del mod">
        <pc:chgData name="Paul Daniel Dass Dhanapal" userId="a3b2459a-4399-4c16-b045-c17fbe6bd25c" providerId="ADAL" clId="{98FC4701-10BB-470D-BC1A-FAA02BA1865F}" dt="2026-05-07T15:07:19.864" v="4237" actId="47"/>
        <pc:sldMkLst>
          <pc:docMk/>
          <pc:sldMk cId="2156662801" sldId="7952"/>
        </pc:sldMkLst>
        <pc:graphicFrameChg chg="mod modGraphic">
          <ac:chgData name="Paul Daniel Dass Dhanapal" userId="a3b2459a-4399-4c16-b045-c17fbe6bd25c" providerId="ADAL" clId="{98FC4701-10BB-470D-BC1A-FAA02BA1865F}" dt="2026-05-07T05:03:54.218" v="2735"/>
          <ac:graphicFrameMkLst>
            <pc:docMk/>
            <pc:sldMk cId="2156662801" sldId="7952"/>
            <ac:graphicFrameMk id="2" creationId="{BB903406-B595-3AF3-C975-BBA8713E97DB}"/>
          </ac:graphicFrameMkLst>
        </pc:graphicFrameChg>
      </pc:sldChg>
      <pc:sldChg chg="addSp delSp modSp add del mod">
        <pc:chgData name="Paul Daniel Dass Dhanapal" userId="a3b2459a-4399-4c16-b045-c17fbe6bd25c" providerId="ADAL" clId="{98FC4701-10BB-470D-BC1A-FAA02BA1865F}" dt="2026-05-07T15:08:18.063" v="4244" actId="47"/>
        <pc:sldMkLst>
          <pc:docMk/>
          <pc:sldMk cId="2961552891" sldId="7953"/>
        </pc:sldMkLst>
        <pc:graphicFrameChg chg="mod modGraphic">
          <ac:chgData name="Paul Daniel Dass Dhanapal" userId="a3b2459a-4399-4c16-b045-c17fbe6bd25c" providerId="ADAL" clId="{98FC4701-10BB-470D-BC1A-FAA02BA1865F}" dt="2026-05-07T05:04:46.163" v="2736"/>
          <ac:graphicFrameMkLst>
            <pc:docMk/>
            <pc:sldMk cId="2961552891" sldId="7953"/>
            <ac:graphicFrameMk id="2" creationId="{4A711644-89C7-28EE-5967-0BAD7F03D21B}"/>
          </ac:graphicFrameMkLst>
        </pc:graphicFrameChg>
      </pc:sldChg>
      <pc:sldChg chg="addSp delSp modSp add del mod ord">
        <pc:chgData name="Paul Daniel Dass Dhanapal" userId="a3b2459a-4399-4c16-b045-c17fbe6bd25c" providerId="ADAL" clId="{98FC4701-10BB-470D-BC1A-FAA02BA1865F}" dt="2026-05-07T15:09:43.390" v="4255" actId="47"/>
        <pc:sldMkLst>
          <pc:docMk/>
          <pc:sldMk cId="3606496745" sldId="7954"/>
        </pc:sldMkLst>
        <pc:graphicFrameChg chg="mod modGraphic">
          <ac:chgData name="Paul Daniel Dass Dhanapal" userId="a3b2459a-4399-4c16-b045-c17fbe6bd25c" providerId="ADAL" clId="{98FC4701-10BB-470D-BC1A-FAA02BA1865F}" dt="2026-05-07T06:26:45.004" v="2919" actId="1035"/>
          <ac:graphicFrameMkLst>
            <pc:docMk/>
            <pc:sldMk cId="3606496745" sldId="7954"/>
            <ac:graphicFrameMk id="2" creationId="{AC765303-2A57-11A9-1F89-D840A92D769F}"/>
          </ac:graphicFrameMkLst>
        </pc:graphicFrameChg>
      </pc:sldChg>
      <pc:sldChg chg="addSp delSp modSp add del mod">
        <pc:chgData name="Paul Daniel Dass Dhanapal" userId="a3b2459a-4399-4c16-b045-c17fbe6bd25c" providerId="ADAL" clId="{98FC4701-10BB-470D-BC1A-FAA02BA1865F}" dt="2026-05-07T15:11:44.706" v="4271" actId="47"/>
        <pc:sldMkLst>
          <pc:docMk/>
          <pc:sldMk cId="2227765667" sldId="7955"/>
        </pc:sldMkLst>
        <pc:graphicFrameChg chg="mod modGraphic">
          <ac:chgData name="Paul Daniel Dass Dhanapal" userId="a3b2459a-4399-4c16-b045-c17fbe6bd25c" providerId="ADAL" clId="{98FC4701-10BB-470D-BC1A-FAA02BA1865F}" dt="2026-05-07T12:03:11.109" v="3335"/>
          <ac:graphicFrameMkLst>
            <pc:docMk/>
            <pc:sldMk cId="2227765667" sldId="7955"/>
            <ac:graphicFrameMk id="2" creationId="{D0010DE9-1BB4-6083-352C-3E620302E452}"/>
          </ac:graphicFrameMkLst>
        </pc:graphicFrameChg>
      </pc:sldChg>
      <pc:sldChg chg="addSp delSp modSp add del mod">
        <pc:chgData name="Paul Daniel Dass Dhanapal" userId="a3b2459a-4399-4c16-b045-c17fbe6bd25c" providerId="ADAL" clId="{98FC4701-10BB-470D-BC1A-FAA02BA1865F}" dt="2026-05-07T15:19:09.117" v="4341" actId="47"/>
        <pc:sldMkLst>
          <pc:docMk/>
          <pc:sldMk cId="3301161164" sldId="7956"/>
        </pc:sldMkLst>
        <pc:graphicFrameChg chg="mod modGraphic">
          <ac:chgData name="Paul Daniel Dass Dhanapal" userId="a3b2459a-4399-4c16-b045-c17fbe6bd25c" providerId="ADAL" clId="{98FC4701-10BB-470D-BC1A-FAA02BA1865F}" dt="2026-05-07T06:28:29.519" v="2926"/>
          <ac:graphicFrameMkLst>
            <pc:docMk/>
            <pc:sldMk cId="3301161164" sldId="7956"/>
            <ac:graphicFrameMk id="2" creationId="{702C5BD1-4FF7-CD75-165B-50057FE4FA2E}"/>
          </ac:graphicFrameMkLst>
        </pc:graphicFrameChg>
      </pc:sldChg>
      <pc:sldChg chg="addSp delSp modSp add del mod">
        <pc:chgData name="Paul Daniel Dass Dhanapal" userId="a3b2459a-4399-4c16-b045-c17fbe6bd25c" providerId="ADAL" clId="{98FC4701-10BB-470D-BC1A-FAA02BA1865F}" dt="2026-05-07T15:31:50.246" v="4425" actId="47"/>
        <pc:sldMkLst>
          <pc:docMk/>
          <pc:sldMk cId="3053116918" sldId="7957"/>
        </pc:sldMkLst>
        <pc:spChg chg="mod">
          <ac:chgData name="Paul Daniel Dass Dhanapal" userId="a3b2459a-4399-4c16-b045-c17fbe6bd25c" providerId="ADAL" clId="{98FC4701-10BB-470D-BC1A-FAA02BA1865F}" dt="2026-05-07T12:03:56.041" v="3345" actId="20577"/>
          <ac:spMkLst>
            <pc:docMk/>
            <pc:sldMk cId="3053116918" sldId="7957"/>
            <ac:spMk id="19" creationId="{693AA927-B863-8B04-9354-0624D2C802AE}"/>
          </ac:spMkLst>
        </pc:spChg>
        <pc:spChg chg="add del mod">
          <ac:chgData name="Paul Daniel Dass Dhanapal" userId="a3b2459a-4399-4c16-b045-c17fbe6bd25c" providerId="ADAL" clId="{98FC4701-10BB-470D-BC1A-FAA02BA1865F}" dt="2026-05-07T15:19:28.648" v="4346" actId="478"/>
          <ac:spMkLst>
            <pc:docMk/>
            <pc:sldMk cId="3053116918" sldId="7957"/>
            <ac:spMk id="33" creationId="{F4E0FB58-1C67-24CA-A3B0-29A024374E01}"/>
          </ac:spMkLst>
        </pc:spChg>
        <pc:graphicFrameChg chg="mod modGraphic">
          <ac:chgData name="Paul Daniel Dass Dhanapal" userId="a3b2459a-4399-4c16-b045-c17fbe6bd25c" providerId="ADAL" clId="{98FC4701-10BB-470D-BC1A-FAA02BA1865F}" dt="2026-05-07T12:03:50.238" v="3343" actId="20577"/>
          <ac:graphicFrameMkLst>
            <pc:docMk/>
            <pc:sldMk cId="3053116918" sldId="7957"/>
            <ac:graphicFrameMk id="2" creationId="{F505BC99-6098-4769-961D-20DF7633F4C5}"/>
          </ac:graphicFrameMkLst>
        </pc:graphicFrameChg>
        <pc:picChg chg="add mod">
          <ac:chgData name="Paul Daniel Dass Dhanapal" userId="a3b2459a-4399-4c16-b045-c17fbe6bd25c" providerId="ADAL" clId="{98FC4701-10BB-470D-BC1A-FAA02BA1865F}" dt="2026-05-07T06:37:43.795" v="2931" actId="1076"/>
          <ac:picMkLst>
            <pc:docMk/>
            <pc:sldMk cId="3053116918" sldId="7957"/>
            <ac:picMk id="3" creationId="{02928F1B-8F49-57E3-4F6D-52321C96D263}"/>
          </ac:picMkLst>
        </pc:picChg>
        <pc:picChg chg="add del mod">
          <ac:chgData name="Paul Daniel Dass Dhanapal" userId="a3b2459a-4399-4c16-b045-c17fbe6bd25c" providerId="ADAL" clId="{98FC4701-10BB-470D-BC1A-FAA02BA1865F}" dt="2026-05-07T12:04:40.332" v="3348" actId="478"/>
          <ac:picMkLst>
            <pc:docMk/>
            <pc:sldMk cId="3053116918" sldId="7957"/>
            <ac:picMk id="32" creationId="{DFFA6D44-932B-FE58-71E0-541E319BAE61}"/>
          </ac:picMkLst>
        </pc:picChg>
      </pc:sldChg>
      <pc:sldChg chg="addSp delSp modSp add del mod">
        <pc:chgData name="Paul Daniel Dass Dhanapal" userId="a3b2459a-4399-4c16-b045-c17fbe6bd25c" providerId="ADAL" clId="{98FC4701-10BB-470D-BC1A-FAA02BA1865F}" dt="2026-05-07T15:44:43.202" v="4641" actId="47"/>
        <pc:sldMkLst>
          <pc:docMk/>
          <pc:sldMk cId="3547286431" sldId="7958"/>
        </pc:sldMkLst>
        <pc:spChg chg="add mod">
          <ac:chgData name="Paul Daniel Dass Dhanapal" userId="a3b2459a-4399-4c16-b045-c17fbe6bd25c" providerId="ADAL" clId="{98FC4701-10BB-470D-BC1A-FAA02BA1865F}" dt="2026-05-07T05:07:53.524" v="2742"/>
          <ac:spMkLst>
            <pc:docMk/>
            <pc:sldMk cId="3547286431" sldId="7958"/>
            <ac:spMk id="3" creationId="{CB042B87-2621-2C63-460F-1EE8F64270A9}"/>
          </ac:spMkLst>
        </pc:spChg>
        <pc:graphicFrameChg chg="mod modGraphic">
          <ac:chgData name="Paul Daniel Dass Dhanapal" userId="a3b2459a-4399-4c16-b045-c17fbe6bd25c" providerId="ADAL" clId="{98FC4701-10BB-470D-BC1A-FAA02BA1865F}" dt="2026-05-07T06:49:07.709" v="3073" actId="14734"/>
          <ac:graphicFrameMkLst>
            <pc:docMk/>
            <pc:sldMk cId="3547286431" sldId="7958"/>
            <ac:graphicFrameMk id="2" creationId="{50AC2BDC-8B5F-0722-7806-AED78686914C}"/>
          </ac:graphicFrameMkLst>
        </pc:graphicFrameChg>
        <pc:picChg chg="add del mod">
          <ac:chgData name="Paul Daniel Dass Dhanapal" userId="a3b2459a-4399-4c16-b045-c17fbe6bd25c" providerId="ADAL" clId="{98FC4701-10BB-470D-BC1A-FAA02BA1865F}" dt="2026-05-07T12:07:07.197" v="3353" actId="1076"/>
          <ac:picMkLst>
            <pc:docMk/>
            <pc:sldMk cId="3547286431" sldId="7958"/>
            <ac:picMk id="8" creationId="{BF11CFE2-8F30-E357-C879-187F8E29E458}"/>
          </ac:picMkLst>
        </pc:picChg>
        <pc:picChg chg="add del mod modCrop">
          <ac:chgData name="Paul Daniel Dass Dhanapal" userId="a3b2459a-4399-4c16-b045-c17fbe6bd25c" providerId="ADAL" clId="{98FC4701-10BB-470D-BC1A-FAA02BA1865F}" dt="2026-05-07T12:07:08.510" v="3354" actId="1076"/>
          <ac:picMkLst>
            <pc:docMk/>
            <pc:sldMk cId="3547286431" sldId="7958"/>
            <ac:picMk id="13" creationId="{AC986B0D-666E-7ED2-785B-3DB1AFD7E72A}"/>
          </ac:picMkLst>
        </pc:picChg>
      </pc:sldChg>
      <pc:sldChg chg="addSp delSp modSp add del mod">
        <pc:chgData name="Paul Daniel Dass Dhanapal" userId="a3b2459a-4399-4c16-b045-c17fbe6bd25c" providerId="ADAL" clId="{98FC4701-10BB-470D-BC1A-FAA02BA1865F}" dt="2026-05-07T15:53:36.094" v="4753" actId="47"/>
        <pc:sldMkLst>
          <pc:docMk/>
          <pc:sldMk cId="1512834149" sldId="7959"/>
        </pc:sldMkLst>
        <pc:spChg chg="add mod">
          <ac:chgData name="Paul Daniel Dass Dhanapal" userId="a3b2459a-4399-4c16-b045-c17fbe6bd25c" providerId="ADAL" clId="{98FC4701-10BB-470D-BC1A-FAA02BA1865F}" dt="2026-05-07T05:09:46.363" v="2797" actId="1076"/>
          <ac:spMkLst>
            <pc:docMk/>
            <pc:sldMk cId="1512834149" sldId="7959"/>
            <ac:spMk id="8" creationId="{A756631B-5D55-9A86-8649-001EDE635F62}"/>
          </ac:spMkLst>
        </pc:spChg>
        <pc:spChg chg="add mod">
          <ac:chgData name="Paul Daniel Dass Dhanapal" userId="a3b2459a-4399-4c16-b045-c17fbe6bd25c" providerId="ADAL" clId="{98FC4701-10BB-470D-BC1A-FAA02BA1865F}" dt="2026-05-07T06:54:31.095" v="3109" actId="20577"/>
          <ac:spMkLst>
            <pc:docMk/>
            <pc:sldMk cId="1512834149" sldId="7959"/>
            <ac:spMk id="9" creationId="{36C07A20-9619-0BCB-AD2A-4AB192CEA9E7}"/>
          </ac:spMkLst>
        </pc:spChg>
        <pc:spChg chg="add mod ord">
          <ac:chgData name="Paul Daniel Dass Dhanapal" userId="a3b2459a-4399-4c16-b045-c17fbe6bd25c" providerId="ADAL" clId="{98FC4701-10BB-470D-BC1A-FAA02BA1865F}" dt="2026-05-07T06:54:34.997" v="3110" actId="14100"/>
          <ac:spMkLst>
            <pc:docMk/>
            <pc:sldMk cId="1512834149" sldId="7959"/>
            <ac:spMk id="10" creationId="{59ED5043-4A5B-B873-16E0-B49C0C5D5B91}"/>
          </ac:spMkLst>
        </pc:spChg>
        <pc:spChg chg="add mod">
          <ac:chgData name="Paul Daniel Dass Dhanapal" userId="a3b2459a-4399-4c16-b045-c17fbe6bd25c" providerId="ADAL" clId="{98FC4701-10BB-470D-BC1A-FAA02BA1865F}" dt="2026-05-07T06:54:22.411" v="3093" actId="1076"/>
          <ac:spMkLst>
            <pc:docMk/>
            <pc:sldMk cId="1512834149" sldId="7959"/>
            <ac:spMk id="11" creationId="{1F21A935-A5DA-BFAA-2734-982D419BC4AF}"/>
          </ac:spMkLst>
        </pc:spChg>
        <pc:graphicFrameChg chg="mod modGraphic">
          <ac:chgData name="Paul Daniel Dass Dhanapal" userId="a3b2459a-4399-4c16-b045-c17fbe6bd25c" providerId="ADAL" clId="{98FC4701-10BB-470D-BC1A-FAA02BA1865F}" dt="2026-05-07T12:37:01.162" v="3362" actId="20577"/>
          <ac:graphicFrameMkLst>
            <pc:docMk/>
            <pc:sldMk cId="1512834149" sldId="7959"/>
            <ac:graphicFrameMk id="2" creationId="{2C7ECD13-3F8E-CC94-6011-7FDE7E3DA8A4}"/>
          </ac:graphicFrameMkLst>
        </pc:graphicFrameChg>
        <pc:picChg chg="add mod">
          <ac:chgData name="Paul Daniel Dass Dhanapal" userId="a3b2459a-4399-4c16-b045-c17fbe6bd25c" providerId="ADAL" clId="{98FC4701-10BB-470D-BC1A-FAA02BA1865F}" dt="2026-05-07T05:09:33.032" v="2758" actId="208"/>
          <ac:picMkLst>
            <pc:docMk/>
            <pc:sldMk cId="1512834149" sldId="7959"/>
            <ac:picMk id="4" creationId="{4FE84591-8AC5-FBBF-730F-2943714F163C}"/>
          </ac:picMkLst>
        </pc:picChg>
        <pc:picChg chg="add mod">
          <ac:chgData name="Paul Daniel Dass Dhanapal" userId="a3b2459a-4399-4c16-b045-c17fbe6bd25c" providerId="ADAL" clId="{98FC4701-10BB-470D-BC1A-FAA02BA1865F}" dt="2026-05-07T06:46:25.435" v="2995" actId="1076"/>
          <ac:picMkLst>
            <pc:docMk/>
            <pc:sldMk cId="1512834149" sldId="7959"/>
            <ac:picMk id="12" creationId="{6D4CE01C-731D-9D42-9878-F6398425941E}"/>
          </ac:picMkLst>
        </pc:picChg>
      </pc:sldChg>
      <pc:sldChg chg="addSp delSp modSp add del mod">
        <pc:chgData name="Paul Daniel Dass Dhanapal" userId="a3b2459a-4399-4c16-b045-c17fbe6bd25c" providerId="ADAL" clId="{98FC4701-10BB-470D-BC1A-FAA02BA1865F}" dt="2026-05-07T15:57:23.580" v="4766" actId="47"/>
        <pc:sldMkLst>
          <pc:docMk/>
          <pc:sldMk cId="1518121164" sldId="7960"/>
        </pc:sldMkLst>
        <pc:graphicFrameChg chg="mod modGraphic">
          <ac:chgData name="Paul Daniel Dass Dhanapal" userId="a3b2459a-4399-4c16-b045-c17fbe6bd25c" providerId="ADAL" clId="{98FC4701-10BB-470D-BC1A-FAA02BA1865F}" dt="2026-05-07T05:11:51.188" v="2904" actId="20577"/>
          <ac:graphicFrameMkLst>
            <pc:docMk/>
            <pc:sldMk cId="1518121164" sldId="7960"/>
            <ac:graphicFrameMk id="2" creationId="{66F3DDAB-DBAE-1884-A50B-91DEFA896155}"/>
          </ac:graphicFrameMkLst>
        </pc:graphicFrameChg>
      </pc:sldChg>
      <pc:sldChg chg="addSp delSp modSp add del mod">
        <pc:chgData name="Paul Daniel Dass Dhanapal" userId="a3b2459a-4399-4c16-b045-c17fbe6bd25c" providerId="ADAL" clId="{98FC4701-10BB-470D-BC1A-FAA02BA1865F}" dt="2026-05-08T06:20:15.061" v="4808" actId="47"/>
        <pc:sldMkLst>
          <pc:docMk/>
          <pc:sldMk cId="630161185" sldId="7961"/>
        </pc:sldMkLst>
        <pc:graphicFrameChg chg="mod modGraphic">
          <ac:chgData name="Paul Daniel Dass Dhanapal" userId="a3b2459a-4399-4c16-b045-c17fbe6bd25c" providerId="ADAL" clId="{98FC4701-10BB-470D-BC1A-FAA02BA1865F}" dt="2026-05-07T07:06:06.670" v="3147"/>
          <ac:graphicFrameMkLst>
            <pc:docMk/>
            <pc:sldMk cId="630161185" sldId="7961"/>
            <ac:graphicFrameMk id="2" creationId="{63CA74D9-882B-C2CF-C9A8-622FFCD6142D}"/>
          </ac:graphicFrameMkLst>
        </pc:graphicFrameChg>
        <pc:cxnChg chg="add mod">
          <ac:chgData name="Paul Daniel Dass Dhanapal" userId="a3b2459a-4399-4c16-b045-c17fbe6bd25c" providerId="ADAL" clId="{98FC4701-10BB-470D-BC1A-FAA02BA1865F}" dt="2026-05-07T05:12:56.561" v="2908" actId="14100"/>
          <ac:cxnSpMkLst>
            <pc:docMk/>
            <pc:sldMk cId="630161185" sldId="7961"/>
            <ac:cxnSpMk id="8" creationId="{42613DB1-8707-37D9-825D-AC30EF56A0C8}"/>
          </ac:cxnSpMkLst>
        </pc:cxnChg>
      </pc:sldChg>
      <pc:sldChg chg="addSp delSp modSp add del mod ord">
        <pc:chgData name="Paul Daniel Dass Dhanapal" userId="a3b2459a-4399-4c16-b045-c17fbe6bd25c" providerId="ADAL" clId="{98FC4701-10BB-470D-BC1A-FAA02BA1865F}" dt="2026-05-07T15:45:02.317" v="4645" actId="47"/>
        <pc:sldMkLst>
          <pc:docMk/>
          <pc:sldMk cId="4132175941" sldId="7962"/>
        </pc:sldMkLst>
      </pc:sldChg>
      <pc:sldChg chg="add del">
        <pc:chgData name="Paul Daniel Dass Dhanapal" userId="a3b2459a-4399-4c16-b045-c17fbe6bd25c" providerId="ADAL" clId="{98FC4701-10BB-470D-BC1A-FAA02BA1865F}" dt="2026-05-07T15:44:57.117" v="4643" actId="47"/>
        <pc:sldMkLst>
          <pc:docMk/>
          <pc:sldMk cId="238789703" sldId="7963"/>
        </pc:sldMkLst>
      </pc:sldChg>
      <pc:sldChg chg="addSp delSp modSp add mod">
        <pc:chgData name="Paul Daniel Dass Dhanapal" userId="a3b2459a-4399-4c16-b045-c17fbe6bd25c" providerId="ADAL" clId="{98FC4701-10BB-470D-BC1A-FAA02BA1865F}" dt="2026-05-08T11:08:10.784" v="5549" actId="478"/>
        <pc:sldMkLst>
          <pc:docMk/>
          <pc:sldMk cId="2384988277" sldId="7964"/>
        </pc:sldMkLst>
        <pc:spChg chg="add del">
          <ac:chgData name="Paul Daniel Dass Dhanapal" userId="a3b2459a-4399-4c16-b045-c17fbe6bd25c" providerId="ADAL" clId="{98FC4701-10BB-470D-BC1A-FAA02BA1865F}" dt="2026-05-08T11:08:10.784" v="5549" actId="478"/>
          <ac:spMkLst>
            <pc:docMk/>
            <pc:sldMk cId="2384988277" sldId="7964"/>
            <ac:spMk id="10" creationId="{2A55E942-5835-F1C2-3FE5-0FF945B8B252}"/>
          </ac:spMkLst>
        </pc:spChg>
        <pc:spChg chg="del">
          <ac:chgData name="Paul Daniel Dass Dhanapal" userId="a3b2459a-4399-4c16-b045-c17fbe6bd25c" providerId="ADAL" clId="{98FC4701-10BB-470D-BC1A-FAA02BA1865F}" dt="2026-05-07T13:23:24.912" v="3482" actId="478"/>
          <ac:spMkLst>
            <pc:docMk/>
            <pc:sldMk cId="2384988277" sldId="7964"/>
            <ac:spMk id="10" creationId="{CCCE2E22-DBBA-D9AA-1759-126F4EDC85D0}"/>
          </ac:spMkLst>
        </pc:spChg>
        <pc:spChg chg="del">
          <ac:chgData name="Paul Daniel Dass Dhanapal" userId="a3b2459a-4399-4c16-b045-c17fbe6bd25c" providerId="ADAL" clId="{98FC4701-10BB-470D-BC1A-FAA02BA1865F}" dt="2026-05-07T13:23:24.912" v="3482" actId="478"/>
          <ac:spMkLst>
            <pc:docMk/>
            <pc:sldMk cId="2384988277" sldId="7964"/>
            <ac:spMk id="11" creationId="{4371F31F-908F-98FA-E720-2ACCE6BB8EE7}"/>
          </ac:spMkLst>
        </pc:spChg>
        <pc:spChg chg="del mod">
          <ac:chgData name="Paul Daniel Dass Dhanapal" userId="a3b2459a-4399-4c16-b045-c17fbe6bd25c" providerId="ADAL" clId="{98FC4701-10BB-470D-BC1A-FAA02BA1865F}" dt="2026-05-07T13:23:20.020" v="3480" actId="478"/>
          <ac:spMkLst>
            <pc:docMk/>
            <pc:sldMk cId="2384988277" sldId="7964"/>
            <ac:spMk id="12" creationId="{1A96A386-7944-72BA-49F3-5037D907A323}"/>
          </ac:spMkLst>
        </pc:spChg>
        <pc:spChg chg="del">
          <ac:chgData name="Paul Daniel Dass Dhanapal" userId="a3b2459a-4399-4c16-b045-c17fbe6bd25c" providerId="ADAL" clId="{98FC4701-10BB-470D-BC1A-FAA02BA1865F}" dt="2026-05-07T13:23:20.750" v="3481" actId="478"/>
          <ac:spMkLst>
            <pc:docMk/>
            <pc:sldMk cId="2384988277" sldId="7964"/>
            <ac:spMk id="13" creationId="{891A938E-421A-B2FB-4E6C-0FE574914C3A}"/>
          </ac:spMkLst>
        </pc:spChg>
        <pc:spChg chg="add del">
          <ac:chgData name="Paul Daniel Dass Dhanapal" userId="a3b2459a-4399-4c16-b045-c17fbe6bd25c" providerId="ADAL" clId="{98FC4701-10BB-470D-BC1A-FAA02BA1865F}" dt="2026-05-08T11:08:08.175" v="5548" actId="478"/>
          <ac:spMkLst>
            <pc:docMk/>
            <pc:sldMk cId="2384988277" sldId="7964"/>
            <ac:spMk id="13" creationId="{9A037A84-04CB-EC20-769C-F35766E46499}"/>
          </ac:spMkLst>
        </pc:spChg>
        <pc:spChg chg="add mod">
          <ac:chgData name="Paul Daniel Dass Dhanapal" userId="a3b2459a-4399-4c16-b045-c17fbe6bd25c" providerId="ADAL" clId="{98FC4701-10BB-470D-BC1A-FAA02BA1865F}" dt="2026-05-07T13:46:32.285" v="3654" actId="1076"/>
          <ac:spMkLst>
            <pc:docMk/>
            <pc:sldMk cId="2384988277" sldId="7964"/>
            <ac:spMk id="14" creationId="{D787AFF2-CE12-D305-C39F-C320B06E3173}"/>
          </ac:spMkLst>
        </pc:spChg>
        <pc:spChg chg="add mod">
          <ac:chgData name="Paul Daniel Dass Dhanapal" userId="a3b2459a-4399-4c16-b045-c17fbe6bd25c" providerId="ADAL" clId="{98FC4701-10BB-470D-BC1A-FAA02BA1865F}" dt="2026-05-07T13:46:22.283" v="3652" actId="1036"/>
          <ac:spMkLst>
            <pc:docMk/>
            <pc:sldMk cId="2384988277" sldId="7964"/>
            <ac:spMk id="15" creationId="{745FDF7B-674B-14F3-4448-AE6728B68BE0}"/>
          </ac:spMkLst>
        </pc:spChg>
        <pc:spChg chg="add mod">
          <ac:chgData name="Paul Daniel Dass Dhanapal" userId="a3b2459a-4399-4c16-b045-c17fbe6bd25c" providerId="ADAL" clId="{98FC4701-10BB-470D-BC1A-FAA02BA1865F}" dt="2026-05-07T13:46:15.239" v="3644" actId="1076"/>
          <ac:spMkLst>
            <pc:docMk/>
            <pc:sldMk cId="2384988277" sldId="7964"/>
            <ac:spMk id="16" creationId="{EFAA1CDD-088B-B6AA-61C1-F2BCF821BD8E}"/>
          </ac:spMkLst>
        </pc:spChg>
        <pc:spChg chg="add mod">
          <ac:chgData name="Paul Daniel Dass Dhanapal" userId="a3b2459a-4399-4c16-b045-c17fbe6bd25c" providerId="ADAL" clId="{98FC4701-10BB-470D-BC1A-FAA02BA1865F}" dt="2026-05-07T13:43:21.341" v="3636" actId="1076"/>
          <ac:spMkLst>
            <pc:docMk/>
            <pc:sldMk cId="2384988277" sldId="7964"/>
            <ac:spMk id="17" creationId="{8E3D5412-BAD7-62D7-5178-CAAA85BB03A1}"/>
          </ac:spMkLst>
        </pc:spChg>
        <pc:spChg chg="add mod">
          <ac:chgData name="Paul Daniel Dass Dhanapal" userId="a3b2459a-4399-4c16-b045-c17fbe6bd25c" providerId="ADAL" clId="{98FC4701-10BB-470D-BC1A-FAA02BA1865F}" dt="2026-05-07T14:29:32.103" v="4128"/>
          <ac:spMkLst>
            <pc:docMk/>
            <pc:sldMk cId="2384988277" sldId="7964"/>
            <ac:spMk id="18" creationId="{7431802D-1870-11DB-6A53-9DB5CF79EB6D}"/>
          </ac:spMkLst>
        </pc:spChg>
        <pc:spChg chg="del">
          <ac:chgData name="Paul Daniel Dass Dhanapal" userId="a3b2459a-4399-4c16-b045-c17fbe6bd25c" providerId="ADAL" clId="{98FC4701-10BB-470D-BC1A-FAA02BA1865F}" dt="2026-05-07T13:23:48.511" v="3484" actId="478"/>
          <ac:spMkLst>
            <pc:docMk/>
            <pc:sldMk cId="2384988277" sldId="7964"/>
            <ac:spMk id="19" creationId="{101276E8-43AE-C3CF-923A-B59B9E4953E6}"/>
          </ac:spMkLst>
        </pc:spChg>
        <pc:spChg chg="del">
          <ac:chgData name="Paul Daniel Dass Dhanapal" userId="a3b2459a-4399-4c16-b045-c17fbe6bd25c" providerId="ADAL" clId="{98FC4701-10BB-470D-BC1A-FAA02BA1865F}" dt="2026-05-07T13:23:24.912" v="3482" actId="478"/>
          <ac:spMkLst>
            <pc:docMk/>
            <pc:sldMk cId="2384988277" sldId="7964"/>
            <ac:spMk id="20" creationId="{5FC8DBF9-0052-F606-9F79-92B5C92BA2AD}"/>
          </ac:spMkLst>
        </pc:spChg>
        <pc:spChg chg="del">
          <ac:chgData name="Paul Daniel Dass Dhanapal" userId="a3b2459a-4399-4c16-b045-c17fbe6bd25c" providerId="ADAL" clId="{98FC4701-10BB-470D-BC1A-FAA02BA1865F}" dt="2026-05-07T13:23:24.912" v="3482" actId="478"/>
          <ac:spMkLst>
            <pc:docMk/>
            <pc:sldMk cId="2384988277" sldId="7964"/>
            <ac:spMk id="21" creationId="{C9EA3A81-1AED-4DD6-A5B1-FDC0BC8328A1}"/>
          </ac:spMkLst>
        </pc:spChg>
        <pc:spChg chg="add mod">
          <ac:chgData name="Paul Daniel Dass Dhanapal" userId="a3b2459a-4399-4c16-b045-c17fbe6bd25c" providerId="ADAL" clId="{98FC4701-10BB-470D-BC1A-FAA02BA1865F}" dt="2026-05-07T13:50:17.141" v="3681" actId="14100"/>
          <ac:spMkLst>
            <pc:docMk/>
            <pc:sldMk cId="2384988277" sldId="7964"/>
            <ac:spMk id="22" creationId="{C2C5E358-2519-534F-6190-A45449B29E13}"/>
          </ac:spMkLst>
        </pc:spChg>
        <pc:spChg chg="add mod">
          <ac:chgData name="Paul Daniel Dass Dhanapal" userId="a3b2459a-4399-4c16-b045-c17fbe6bd25c" providerId="ADAL" clId="{98FC4701-10BB-470D-BC1A-FAA02BA1865F}" dt="2026-05-08T10:58:23.706" v="5495" actId="20577"/>
          <ac:spMkLst>
            <pc:docMk/>
            <pc:sldMk cId="2384988277" sldId="7964"/>
            <ac:spMk id="23" creationId="{61EC83A9-D2B6-39E2-E0E5-A72642CB6384}"/>
          </ac:spMkLst>
        </pc:spChg>
        <pc:spChg chg="add mod">
          <ac:chgData name="Paul Daniel Dass Dhanapal" userId="a3b2459a-4399-4c16-b045-c17fbe6bd25c" providerId="ADAL" clId="{98FC4701-10BB-470D-BC1A-FAA02BA1865F}" dt="2026-05-08T06:43:59.724" v="4870" actId="208"/>
          <ac:spMkLst>
            <pc:docMk/>
            <pc:sldMk cId="2384988277" sldId="7964"/>
            <ac:spMk id="28" creationId="{0F311293-FA4C-2BAB-2A1C-55CFDB7615CA}"/>
          </ac:spMkLst>
        </pc:spChg>
        <pc:graphicFrameChg chg="mod modGraphic">
          <ac:chgData name="Paul Daniel Dass Dhanapal" userId="a3b2459a-4399-4c16-b045-c17fbe6bd25c" providerId="ADAL" clId="{98FC4701-10BB-470D-BC1A-FAA02BA1865F}" dt="2026-05-08T10:48:32.765" v="5435" actId="108"/>
          <ac:graphicFrameMkLst>
            <pc:docMk/>
            <pc:sldMk cId="2384988277" sldId="7964"/>
            <ac:graphicFrameMk id="2" creationId="{10D246B7-A8C9-752F-96CA-F4790211F0C1}"/>
          </ac:graphicFrameMkLst>
        </pc:graphicFrameChg>
        <pc:graphicFrameChg chg="add del mod">
          <ac:chgData name="Paul Daniel Dass Dhanapal" userId="a3b2459a-4399-4c16-b045-c17fbe6bd25c" providerId="ADAL" clId="{98FC4701-10BB-470D-BC1A-FAA02BA1865F}" dt="2026-05-08T10:33:35.681" v="5215" actId="478"/>
          <ac:graphicFrameMkLst>
            <pc:docMk/>
            <pc:sldMk cId="2384988277" sldId="7964"/>
            <ac:graphicFrameMk id="3" creationId="{310F93D1-8C94-56AA-0D33-7EA3FBC46CB0}"/>
          </ac:graphicFrameMkLst>
        </pc:graphicFrameChg>
        <pc:graphicFrameChg chg="add del mod">
          <ac:chgData name="Paul Daniel Dass Dhanapal" userId="a3b2459a-4399-4c16-b045-c17fbe6bd25c" providerId="ADAL" clId="{98FC4701-10BB-470D-BC1A-FAA02BA1865F}" dt="2026-05-08T10:42:01.244" v="5371" actId="478"/>
          <ac:graphicFrameMkLst>
            <pc:docMk/>
            <pc:sldMk cId="2384988277" sldId="7964"/>
            <ac:graphicFrameMk id="11" creationId="{F6CC4A19-546B-F4B9-E540-1BE227B5257D}"/>
          </ac:graphicFrameMkLst>
        </pc:graphicFrameChg>
        <pc:picChg chg="del">
          <ac:chgData name="Paul Daniel Dass Dhanapal" userId="a3b2459a-4399-4c16-b045-c17fbe6bd25c" providerId="ADAL" clId="{98FC4701-10BB-470D-BC1A-FAA02BA1865F}" dt="2026-05-07T13:23:24.912" v="3482" actId="478"/>
          <ac:picMkLst>
            <pc:docMk/>
            <pc:sldMk cId="2384988277" sldId="7964"/>
            <ac:picMk id="3" creationId="{C9CC24F1-7052-AE9F-0B5A-5543CA4A28A8}"/>
          </ac:picMkLst>
        </pc:picChg>
        <pc:picChg chg="add mod">
          <ac:chgData name="Paul Daniel Dass Dhanapal" userId="a3b2459a-4399-4c16-b045-c17fbe6bd25c" providerId="ADAL" clId="{98FC4701-10BB-470D-BC1A-FAA02BA1865F}" dt="2026-05-07T13:46:09.219" v="3643" actId="1076"/>
          <ac:picMkLst>
            <pc:docMk/>
            <pc:sldMk cId="2384988277" sldId="7964"/>
            <ac:picMk id="4" creationId="{94A4F7CB-DCC5-D71E-C2B5-183D7D98D9F6}"/>
          </ac:picMkLst>
        </pc:picChg>
        <pc:picChg chg="add mod">
          <ac:chgData name="Paul Daniel Dass Dhanapal" userId="a3b2459a-4399-4c16-b045-c17fbe6bd25c" providerId="ADAL" clId="{98FC4701-10BB-470D-BC1A-FAA02BA1865F}" dt="2026-05-07T13:46:09.219" v="3643" actId="1076"/>
          <ac:picMkLst>
            <pc:docMk/>
            <pc:sldMk cId="2384988277" sldId="7964"/>
            <ac:picMk id="8" creationId="{E2762DC2-4BB5-4866-0957-92E87A3F5F90}"/>
          </ac:picMkLst>
        </pc:picChg>
        <pc:picChg chg="del">
          <ac:chgData name="Paul Daniel Dass Dhanapal" userId="a3b2459a-4399-4c16-b045-c17fbe6bd25c" providerId="ADAL" clId="{98FC4701-10BB-470D-BC1A-FAA02BA1865F}" dt="2026-05-07T13:23:24.912" v="3482" actId="478"/>
          <ac:picMkLst>
            <pc:docMk/>
            <pc:sldMk cId="2384988277" sldId="7964"/>
            <ac:picMk id="9" creationId="{D4C6F81A-B56D-96AD-8E71-F74278274A84}"/>
          </ac:picMkLst>
        </pc:picChg>
        <pc:picChg chg="add mod ord modCrop">
          <ac:chgData name="Paul Daniel Dass Dhanapal" userId="a3b2459a-4399-4c16-b045-c17fbe6bd25c" providerId="ADAL" clId="{98FC4701-10BB-470D-BC1A-FAA02BA1865F}" dt="2026-05-08T06:44:38.045" v="4878" actId="166"/>
          <ac:picMkLst>
            <pc:docMk/>
            <pc:sldMk cId="2384988277" sldId="7964"/>
            <ac:picMk id="25" creationId="{E0A70522-4B9F-80FF-6127-2B04FC031F73}"/>
          </ac:picMkLst>
        </pc:picChg>
        <pc:picChg chg="add mod">
          <ac:chgData name="Paul Daniel Dass Dhanapal" userId="a3b2459a-4399-4c16-b045-c17fbe6bd25c" providerId="ADAL" clId="{98FC4701-10BB-470D-BC1A-FAA02BA1865F}" dt="2026-05-07T14:10:50.837" v="3790"/>
          <ac:picMkLst>
            <pc:docMk/>
            <pc:sldMk cId="2384988277" sldId="7964"/>
            <ac:picMk id="27" creationId="{498DB6AD-87A7-7DF6-DFE0-CAF6AA2CABA0}"/>
          </ac:picMkLst>
        </pc:picChg>
        <pc:cxnChg chg="add mod">
          <ac:chgData name="Paul Daniel Dass Dhanapal" userId="a3b2459a-4399-4c16-b045-c17fbe6bd25c" providerId="ADAL" clId="{98FC4701-10BB-470D-BC1A-FAA02BA1865F}" dt="2026-05-08T06:44:32.971" v="4877" actId="14100"/>
          <ac:cxnSpMkLst>
            <pc:docMk/>
            <pc:sldMk cId="2384988277" sldId="7964"/>
            <ac:cxnSpMk id="30" creationId="{2FB531BB-450B-8502-B62D-AE6E7A925B32}"/>
          </ac:cxnSpMkLst>
        </pc:cxnChg>
        <pc:cxnChg chg="add mod">
          <ac:chgData name="Paul Daniel Dass Dhanapal" userId="a3b2459a-4399-4c16-b045-c17fbe6bd25c" providerId="ADAL" clId="{98FC4701-10BB-470D-BC1A-FAA02BA1865F}" dt="2026-05-08T06:44:23.113" v="4875" actId="108"/>
          <ac:cxnSpMkLst>
            <pc:docMk/>
            <pc:sldMk cId="2384988277" sldId="7964"/>
            <ac:cxnSpMk id="31" creationId="{B0BD93E1-F54A-BDD1-1615-1374E233D3D3}"/>
          </ac:cxnSpMkLst>
        </pc:cxnChg>
      </pc:sldChg>
      <pc:sldChg chg="addSp delSp modSp add mod">
        <pc:chgData name="Paul Daniel Dass Dhanapal" userId="a3b2459a-4399-4c16-b045-c17fbe6bd25c" providerId="ADAL" clId="{98FC4701-10BB-470D-BC1A-FAA02BA1865F}" dt="2026-05-08T11:05:09.836" v="5531"/>
        <pc:sldMkLst>
          <pc:docMk/>
          <pc:sldMk cId="1801518371" sldId="7965"/>
        </pc:sldMkLst>
        <pc:spChg chg="add mod">
          <ac:chgData name="Paul Daniel Dass Dhanapal" userId="a3b2459a-4399-4c16-b045-c17fbe6bd25c" providerId="ADAL" clId="{98FC4701-10BB-470D-BC1A-FAA02BA1865F}" dt="2026-05-08T11:05:09.836" v="5531"/>
          <ac:spMkLst>
            <pc:docMk/>
            <pc:sldMk cId="1801518371" sldId="7965"/>
            <ac:spMk id="4" creationId="{0A403778-8F98-6BE3-FFB6-9A967B3CD148}"/>
          </ac:spMkLst>
        </pc:spChg>
        <pc:spChg chg="add mod">
          <ac:chgData name="Paul Daniel Dass Dhanapal" userId="a3b2459a-4399-4c16-b045-c17fbe6bd25c" providerId="ADAL" clId="{98FC4701-10BB-470D-BC1A-FAA02BA1865F}" dt="2026-05-07T14:15:29.802" v="3821" actId="14100"/>
          <ac:spMkLst>
            <pc:docMk/>
            <pc:sldMk cId="1801518371" sldId="7965"/>
            <ac:spMk id="9" creationId="{DE1B9F65-7B7D-7DA0-6AD3-169E49B51417}"/>
          </ac:spMkLst>
        </pc:spChg>
        <pc:spChg chg="del">
          <ac:chgData name="Paul Daniel Dass Dhanapal" userId="a3b2459a-4399-4c16-b045-c17fbe6bd25c" providerId="ADAL" clId="{98FC4701-10BB-470D-BC1A-FAA02BA1865F}" dt="2026-05-07T14:14:54.124" v="3808" actId="478"/>
          <ac:spMkLst>
            <pc:docMk/>
            <pc:sldMk cId="1801518371" sldId="7965"/>
            <ac:spMk id="14" creationId="{1EB6CEBA-DB33-611C-A76A-C5F49EC4F481}"/>
          </ac:spMkLst>
        </pc:spChg>
        <pc:spChg chg="del">
          <ac:chgData name="Paul Daniel Dass Dhanapal" userId="a3b2459a-4399-4c16-b045-c17fbe6bd25c" providerId="ADAL" clId="{98FC4701-10BB-470D-BC1A-FAA02BA1865F}" dt="2026-05-07T14:14:54.124" v="3808" actId="478"/>
          <ac:spMkLst>
            <pc:docMk/>
            <pc:sldMk cId="1801518371" sldId="7965"/>
            <ac:spMk id="15" creationId="{54D1C9DF-336D-E8B1-452C-77F00A470CA6}"/>
          </ac:spMkLst>
        </pc:spChg>
        <pc:spChg chg="del">
          <ac:chgData name="Paul Daniel Dass Dhanapal" userId="a3b2459a-4399-4c16-b045-c17fbe6bd25c" providerId="ADAL" clId="{98FC4701-10BB-470D-BC1A-FAA02BA1865F}" dt="2026-05-07T14:14:54.124" v="3808" actId="478"/>
          <ac:spMkLst>
            <pc:docMk/>
            <pc:sldMk cId="1801518371" sldId="7965"/>
            <ac:spMk id="16" creationId="{8BD54BE9-E939-BDDB-278D-871BC9123C1B}"/>
          </ac:spMkLst>
        </pc:spChg>
        <pc:spChg chg="del">
          <ac:chgData name="Paul Daniel Dass Dhanapal" userId="a3b2459a-4399-4c16-b045-c17fbe6bd25c" providerId="ADAL" clId="{98FC4701-10BB-470D-BC1A-FAA02BA1865F}" dt="2026-05-07T14:14:54.124" v="3808" actId="478"/>
          <ac:spMkLst>
            <pc:docMk/>
            <pc:sldMk cId="1801518371" sldId="7965"/>
            <ac:spMk id="17" creationId="{E7C43AF9-00FD-2CDE-4789-A4A2BBA356FA}"/>
          </ac:spMkLst>
        </pc:spChg>
        <pc:spChg chg="mod">
          <ac:chgData name="Paul Daniel Dass Dhanapal" userId="a3b2459a-4399-4c16-b045-c17fbe6bd25c" providerId="ADAL" clId="{98FC4701-10BB-470D-BC1A-FAA02BA1865F}" dt="2026-05-07T14:29:19.169" v="4127" actId="33524"/>
          <ac:spMkLst>
            <pc:docMk/>
            <pc:sldMk cId="1801518371" sldId="7965"/>
            <ac:spMk id="18" creationId="{169BABAD-1F9F-572B-D1F8-8735C9A70E24}"/>
          </ac:spMkLst>
        </pc:spChg>
        <pc:spChg chg="del mod">
          <ac:chgData name="Paul Daniel Dass Dhanapal" userId="a3b2459a-4399-4c16-b045-c17fbe6bd25c" providerId="ADAL" clId="{98FC4701-10BB-470D-BC1A-FAA02BA1865F}" dt="2026-05-08T11:03:40.839" v="5514" actId="478"/>
          <ac:spMkLst>
            <pc:docMk/>
            <pc:sldMk cId="1801518371" sldId="7965"/>
            <ac:spMk id="23" creationId="{B4AE8CE7-7D7C-F8D9-D509-0B863012E4ED}"/>
          </ac:spMkLst>
        </pc:spChg>
        <pc:graphicFrameChg chg="mod modGraphic">
          <ac:chgData name="Paul Daniel Dass Dhanapal" userId="a3b2459a-4399-4c16-b045-c17fbe6bd25c" providerId="ADAL" clId="{98FC4701-10BB-470D-BC1A-FAA02BA1865F}" dt="2026-05-08T10:48:39.196" v="5436"/>
          <ac:graphicFrameMkLst>
            <pc:docMk/>
            <pc:sldMk cId="1801518371" sldId="7965"/>
            <ac:graphicFrameMk id="2" creationId="{EA7E3EEC-03AC-C995-A7C7-E0FF25D11063}"/>
          </ac:graphicFrameMkLst>
        </pc:graphicFrameChg>
        <pc:picChg chg="add mod">
          <ac:chgData name="Paul Daniel Dass Dhanapal" userId="a3b2459a-4399-4c16-b045-c17fbe6bd25c" providerId="ADAL" clId="{98FC4701-10BB-470D-BC1A-FAA02BA1865F}" dt="2026-05-07T14:15:09.686" v="3812" actId="14100"/>
          <ac:picMkLst>
            <pc:docMk/>
            <pc:sldMk cId="1801518371" sldId="7965"/>
            <ac:picMk id="3" creationId="{09B4C5E2-FE5F-2BEC-6697-B586AF792E00}"/>
          </ac:picMkLst>
        </pc:picChg>
        <pc:picChg chg="del">
          <ac:chgData name="Paul Daniel Dass Dhanapal" userId="a3b2459a-4399-4c16-b045-c17fbe6bd25c" providerId="ADAL" clId="{98FC4701-10BB-470D-BC1A-FAA02BA1865F}" dt="2026-05-07T14:14:54.124" v="3808" actId="478"/>
          <ac:picMkLst>
            <pc:docMk/>
            <pc:sldMk cId="1801518371" sldId="7965"/>
            <ac:picMk id="4" creationId="{8E171C10-28CE-EA96-F501-0CE7A7B39D9C}"/>
          </ac:picMkLst>
        </pc:picChg>
        <pc:picChg chg="del">
          <ac:chgData name="Paul Daniel Dass Dhanapal" userId="a3b2459a-4399-4c16-b045-c17fbe6bd25c" providerId="ADAL" clId="{98FC4701-10BB-470D-BC1A-FAA02BA1865F}" dt="2026-05-07T14:14:54.124" v="3808" actId="478"/>
          <ac:picMkLst>
            <pc:docMk/>
            <pc:sldMk cId="1801518371" sldId="7965"/>
            <ac:picMk id="8" creationId="{EE4B4D39-C48B-FB47-610B-3C6D4F2C9C1B}"/>
          </ac:picMkLst>
        </pc:picChg>
        <pc:picChg chg="add mod modCrop">
          <ac:chgData name="Paul Daniel Dass Dhanapal" userId="a3b2459a-4399-4c16-b045-c17fbe6bd25c" providerId="ADAL" clId="{98FC4701-10BB-470D-BC1A-FAA02BA1865F}" dt="2026-05-07T14:27:01.317" v="4121" actId="1035"/>
          <ac:picMkLst>
            <pc:docMk/>
            <pc:sldMk cId="1801518371" sldId="7965"/>
            <ac:picMk id="11" creationId="{E649C84E-2C36-FDD5-BA50-67B052271543}"/>
          </ac:picMkLst>
        </pc:picChg>
        <pc:picChg chg="add mod">
          <ac:chgData name="Paul Daniel Dass Dhanapal" userId="a3b2459a-4399-4c16-b045-c17fbe6bd25c" providerId="ADAL" clId="{98FC4701-10BB-470D-BC1A-FAA02BA1865F}" dt="2026-05-07T14:25:00.816" v="4105" actId="14100"/>
          <ac:picMkLst>
            <pc:docMk/>
            <pc:sldMk cId="1801518371" sldId="7965"/>
            <ac:picMk id="13" creationId="{A7EE2A2A-86AB-E103-8E00-65F8E6A4F7AD}"/>
          </ac:picMkLst>
        </pc:picChg>
        <pc:picChg chg="del">
          <ac:chgData name="Paul Daniel Dass Dhanapal" userId="a3b2459a-4399-4c16-b045-c17fbe6bd25c" providerId="ADAL" clId="{98FC4701-10BB-470D-BC1A-FAA02BA1865F}" dt="2026-05-07T14:16:00.706" v="3825" actId="478"/>
          <ac:picMkLst>
            <pc:docMk/>
            <pc:sldMk cId="1801518371" sldId="7965"/>
            <ac:picMk id="25" creationId="{A622BF41-F091-0D15-9A8B-90A93810A37B}"/>
          </ac:picMkLst>
        </pc:picChg>
        <pc:picChg chg="del">
          <ac:chgData name="Paul Daniel Dass Dhanapal" userId="a3b2459a-4399-4c16-b045-c17fbe6bd25c" providerId="ADAL" clId="{98FC4701-10BB-470D-BC1A-FAA02BA1865F}" dt="2026-05-07T14:15:59.772" v="3824" actId="478"/>
          <ac:picMkLst>
            <pc:docMk/>
            <pc:sldMk cId="1801518371" sldId="7965"/>
            <ac:picMk id="27" creationId="{A9EF5D34-8D65-358A-CB08-9FE306095DB0}"/>
          </ac:picMkLst>
        </pc:picChg>
      </pc:sldChg>
      <pc:sldChg chg="addSp delSp modSp add mod">
        <pc:chgData name="Paul Daniel Dass Dhanapal" userId="a3b2459a-4399-4c16-b045-c17fbe6bd25c" providerId="ADAL" clId="{98FC4701-10BB-470D-BC1A-FAA02BA1865F}" dt="2026-05-08T11:05:12.460" v="5532"/>
        <pc:sldMkLst>
          <pc:docMk/>
          <pc:sldMk cId="2288560091" sldId="7966"/>
        </pc:sldMkLst>
        <pc:spChg chg="add mod">
          <ac:chgData name="Paul Daniel Dass Dhanapal" userId="a3b2459a-4399-4c16-b045-c17fbe6bd25c" providerId="ADAL" clId="{98FC4701-10BB-470D-BC1A-FAA02BA1865F}" dt="2026-05-08T11:05:12.460" v="5532"/>
          <ac:spMkLst>
            <pc:docMk/>
            <pc:sldMk cId="2288560091" sldId="7966"/>
            <ac:spMk id="3" creationId="{E5FAF773-3D82-A3FC-3459-513F6ACC3D30}"/>
          </ac:spMkLst>
        </pc:spChg>
        <pc:spChg chg="add mod">
          <ac:chgData name="Paul Daniel Dass Dhanapal" userId="a3b2459a-4399-4c16-b045-c17fbe6bd25c" providerId="ADAL" clId="{98FC4701-10BB-470D-BC1A-FAA02BA1865F}" dt="2026-05-07T14:52:16.892" v="4142" actId="1076"/>
          <ac:spMkLst>
            <pc:docMk/>
            <pc:sldMk cId="2288560091" sldId="7966"/>
            <ac:spMk id="8" creationId="{F55A3ADC-E39D-29F0-1C79-446BE1C48874}"/>
          </ac:spMkLst>
        </pc:spChg>
        <pc:spChg chg="del">
          <ac:chgData name="Paul Daniel Dass Dhanapal" userId="a3b2459a-4399-4c16-b045-c17fbe6bd25c" providerId="ADAL" clId="{98FC4701-10BB-470D-BC1A-FAA02BA1865F}" dt="2026-05-07T14:51:40.238" v="4134" actId="478"/>
          <ac:spMkLst>
            <pc:docMk/>
            <pc:sldMk cId="2288560091" sldId="7966"/>
            <ac:spMk id="9" creationId="{2902E07A-1683-85A8-8824-98CABBE8169F}"/>
          </ac:spMkLst>
        </pc:spChg>
        <pc:spChg chg="add del mod">
          <ac:chgData name="Paul Daniel Dass Dhanapal" userId="a3b2459a-4399-4c16-b045-c17fbe6bd25c" providerId="ADAL" clId="{98FC4701-10BB-470D-BC1A-FAA02BA1865F}" dt="2026-05-07T14:53:42.632" v="4161" actId="1076"/>
          <ac:spMkLst>
            <pc:docMk/>
            <pc:sldMk cId="2288560091" sldId="7966"/>
            <ac:spMk id="18" creationId="{35462B90-6F82-1B5F-3F56-BD55EF1DBD88}"/>
          </ac:spMkLst>
        </pc:spChg>
        <pc:spChg chg="mod">
          <ac:chgData name="Paul Daniel Dass Dhanapal" userId="a3b2459a-4399-4c16-b045-c17fbe6bd25c" providerId="ADAL" clId="{98FC4701-10BB-470D-BC1A-FAA02BA1865F}" dt="2026-05-07T14:52:49.235" v="4150" actId="1076"/>
          <ac:spMkLst>
            <pc:docMk/>
            <pc:sldMk cId="2288560091" sldId="7966"/>
            <ac:spMk id="22" creationId="{4AAD1FCA-DA9D-8E40-BA85-07205EF9368F}"/>
          </ac:spMkLst>
        </pc:spChg>
        <pc:spChg chg="del">
          <ac:chgData name="Paul Daniel Dass Dhanapal" userId="a3b2459a-4399-4c16-b045-c17fbe6bd25c" providerId="ADAL" clId="{98FC4701-10BB-470D-BC1A-FAA02BA1865F}" dt="2026-05-08T11:04:03.819" v="5515" actId="478"/>
          <ac:spMkLst>
            <pc:docMk/>
            <pc:sldMk cId="2288560091" sldId="7966"/>
            <ac:spMk id="23" creationId="{6CAA72D6-4BD8-33AF-B084-0D67F7536FF5}"/>
          </ac:spMkLst>
        </pc:spChg>
        <pc:graphicFrameChg chg="mod modGraphic">
          <ac:chgData name="Paul Daniel Dass Dhanapal" userId="a3b2459a-4399-4c16-b045-c17fbe6bd25c" providerId="ADAL" clId="{98FC4701-10BB-470D-BC1A-FAA02BA1865F}" dt="2026-05-08T10:48:42.813" v="5437"/>
          <ac:graphicFrameMkLst>
            <pc:docMk/>
            <pc:sldMk cId="2288560091" sldId="7966"/>
            <ac:graphicFrameMk id="2" creationId="{0C38F4D9-F9D6-D816-D3C2-94E52F47CC6E}"/>
          </ac:graphicFrameMkLst>
        </pc:graphicFrameChg>
        <pc:picChg chg="del">
          <ac:chgData name="Paul Daniel Dass Dhanapal" userId="a3b2459a-4399-4c16-b045-c17fbe6bd25c" providerId="ADAL" clId="{98FC4701-10BB-470D-BC1A-FAA02BA1865F}" dt="2026-05-07T14:51:39.327" v="4133" actId="478"/>
          <ac:picMkLst>
            <pc:docMk/>
            <pc:sldMk cId="2288560091" sldId="7966"/>
            <ac:picMk id="3" creationId="{D6999861-05D4-B810-E8CE-B29000878048}"/>
          </ac:picMkLst>
        </pc:picChg>
        <pc:picChg chg="add mod">
          <ac:chgData name="Paul Daniel Dass Dhanapal" userId="a3b2459a-4399-4c16-b045-c17fbe6bd25c" providerId="ADAL" clId="{98FC4701-10BB-470D-BC1A-FAA02BA1865F}" dt="2026-05-07T14:52:13.220" v="4141" actId="14100"/>
          <ac:picMkLst>
            <pc:docMk/>
            <pc:sldMk cId="2288560091" sldId="7966"/>
            <ac:picMk id="4" creationId="{4484CA55-60BE-8DE4-F000-AA0748351948}"/>
          </ac:picMkLst>
        </pc:picChg>
        <pc:picChg chg="add mod">
          <ac:chgData name="Paul Daniel Dass Dhanapal" userId="a3b2459a-4399-4c16-b045-c17fbe6bd25c" providerId="ADAL" clId="{98FC4701-10BB-470D-BC1A-FAA02BA1865F}" dt="2026-05-07T14:53:07.151" v="4155" actId="1076"/>
          <ac:picMkLst>
            <pc:docMk/>
            <pc:sldMk cId="2288560091" sldId="7966"/>
            <ac:picMk id="10" creationId="{A7228961-30F5-58E7-9F2E-93544D167EE4}"/>
          </ac:picMkLst>
        </pc:picChg>
        <pc:picChg chg="add del">
          <ac:chgData name="Paul Daniel Dass Dhanapal" userId="a3b2459a-4399-4c16-b045-c17fbe6bd25c" providerId="ADAL" clId="{98FC4701-10BB-470D-BC1A-FAA02BA1865F}" dt="2026-05-07T14:51:53.273" v="4137" actId="478"/>
          <ac:picMkLst>
            <pc:docMk/>
            <pc:sldMk cId="2288560091" sldId="7966"/>
            <ac:picMk id="11" creationId="{F2ADDC2F-23D8-29C0-54B3-20076D6F6848}"/>
          </ac:picMkLst>
        </pc:picChg>
        <pc:picChg chg="add del">
          <ac:chgData name="Paul Daniel Dass Dhanapal" userId="a3b2459a-4399-4c16-b045-c17fbe6bd25c" providerId="ADAL" clId="{98FC4701-10BB-470D-BC1A-FAA02BA1865F}" dt="2026-05-07T14:51:53.273" v="4137" actId="478"/>
          <ac:picMkLst>
            <pc:docMk/>
            <pc:sldMk cId="2288560091" sldId="7966"/>
            <ac:picMk id="13" creationId="{164053DE-69CF-3D99-2E38-D2A9588C3A50}"/>
          </ac:picMkLst>
        </pc:picChg>
      </pc:sldChg>
      <pc:sldChg chg="addSp delSp modSp add mod">
        <pc:chgData name="Paul Daniel Dass Dhanapal" userId="a3b2459a-4399-4c16-b045-c17fbe6bd25c" providerId="ADAL" clId="{98FC4701-10BB-470D-BC1A-FAA02BA1865F}" dt="2026-05-08T11:05:14.497" v="5533"/>
        <pc:sldMkLst>
          <pc:docMk/>
          <pc:sldMk cId="1686894354" sldId="7967"/>
        </pc:sldMkLst>
        <pc:spChg chg="del">
          <ac:chgData name="Paul Daniel Dass Dhanapal" userId="a3b2459a-4399-4c16-b045-c17fbe6bd25c" providerId="ADAL" clId="{98FC4701-10BB-470D-BC1A-FAA02BA1865F}" dt="2026-05-07T14:56:14.957" v="4172" actId="478"/>
          <ac:spMkLst>
            <pc:docMk/>
            <pc:sldMk cId="1686894354" sldId="7967"/>
            <ac:spMk id="8" creationId="{537D42CF-A2CB-C235-8CCC-0D84045CB1D0}"/>
          </ac:spMkLst>
        </pc:spChg>
        <pc:spChg chg="add mod ord">
          <ac:chgData name="Paul Daniel Dass Dhanapal" userId="a3b2459a-4399-4c16-b045-c17fbe6bd25c" providerId="ADAL" clId="{98FC4701-10BB-470D-BC1A-FAA02BA1865F}" dt="2026-05-08T10:36:02.257" v="5228" actId="1076"/>
          <ac:spMkLst>
            <pc:docMk/>
            <pc:sldMk cId="1686894354" sldId="7967"/>
            <ac:spMk id="11" creationId="{8E07BBF4-9FDF-03E3-FAE9-CB2901F6D5DF}"/>
          </ac:spMkLst>
        </pc:spChg>
        <pc:spChg chg="add mod">
          <ac:chgData name="Paul Daniel Dass Dhanapal" userId="a3b2459a-4399-4c16-b045-c17fbe6bd25c" providerId="ADAL" clId="{98FC4701-10BB-470D-BC1A-FAA02BA1865F}" dt="2026-05-08T11:05:14.497" v="5533"/>
          <ac:spMkLst>
            <pc:docMk/>
            <pc:sldMk cId="1686894354" sldId="7967"/>
            <ac:spMk id="16" creationId="{B4699606-89F7-C0F9-0BBA-655F97A60A55}"/>
          </ac:spMkLst>
        </pc:spChg>
        <pc:spChg chg="mod">
          <ac:chgData name="Paul Daniel Dass Dhanapal" userId="a3b2459a-4399-4c16-b045-c17fbe6bd25c" providerId="ADAL" clId="{98FC4701-10BB-470D-BC1A-FAA02BA1865F}" dt="2026-05-07T14:58:10.478" v="4184" actId="115"/>
          <ac:spMkLst>
            <pc:docMk/>
            <pc:sldMk cId="1686894354" sldId="7967"/>
            <ac:spMk id="22" creationId="{F7736809-B592-3C19-EBEE-87932A6DBB6B}"/>
          </ac:spMkLst>
        </pc:spChg>
        <pc:spChg chg="del">
          <ac:chgData name="Paul Daniel Dass Dhanapal" userId="a3b2459a-4399-4c16-b045-c17fbe6bd25c" providerId="ADAL" clId="{98FC4701-10BB-470D-BC1A-FAA02BA1865F}" dt="2026-05-08T11:04:13.549" v="5516" actId="478"/>
          <ac:spMkLst>
            <pc:docMk/>
            <pc:sldMk cId="1686894354" sldId="7967"/>
            <ac:spMk id="23" creationId="{D9F3CDB1-6A20-E5D1-08E8-3F24C51873C5}"/>
          </ac:spMkLst>
        </pc:spChg>
        <pc:graphicFrameChg chg="mod modGraphic">
          <ac:chgData name="Paul Daniel Dass Dhanapal" userId="a3b2459a-4399-4c16-b045-c17fbe6bd25c" providerId="ADAL" clId="{98FC4701-10BB-470D-BC1A-FAA02BA1865F}" dt="2026-05-08T10:48:46.598" v="5438"/>
          <ac:graphicFrameMkLst>
            <pc:docMk/>
            <pc:sldMk cId="1686894354" sldId="7967"/>
            <ac:graphicFrameMk id="2" creationId="{4CA80F40-D5F4-176A-DEF0-F994DB4150E8}"/>
          </ac:graphicFrameMkLst>
        </pc:graphicFrameChg>
        <pc:picChg chg="add del mod">
          <ac:chgData name="Paul Daniel Dass Dhanapal" userId="a3b2459a-4399-4c16-b045-c17fbe6bd25c" providerId="ADAL" clId="{98FC4701-10BB-470D-BC1A-FAA02BA1865F}" dt="2026-05-08T10:35:26.712" v="5224" actId="478"/>
          <ac:picMkLst>
            <pc:docMk/>
            <pc:sldMk cId="1686894354" sldId="7967"/>
            <ac:picMk id="3" creationId="{CA8BDA07-967A-FA67-032F-788E880B0DEE}"/>
          </ac:picMkLst>
        </pc:picChg>
        <pc:picChg chg="del">
          <ac:chgData name="Paul Daniel Dass Dhanapal" userId="a3b2459a-4399-4c16-b045-c17fbe6bd25c" providerId="ADAL" clId="{98FC4701-10BB-470D-BC1A-FAA02BA1865F}" dt="2026-05-07T14:56:14.957" v="4172" actId="478"/>
          <ac:picMkLst>
            <pc:docMk/>
            <pc:sldMk cId="1686894354" sldId="7967"/>
            <ac:picMk id="4" creationId="{E2A05600-8D5A-B28B-E756-7ABD67381A08}"/>
          </ac:picMkLst>
        </pc:picChg>
        <pc:picChg chg="add mod">
          <ac:chgData name="Paul Daniel Dass Dhanapal" userId="a3b2459a-4399-4c16-b045-c17fbe6bd25c" providerId="ADAL" clId="{98FC4701-10BB-470D-BC1A-FAA02BA1865F}" dt="2026-05-08T10:36:34.766" v="5230"/>
          <ac:picMkLst>
            <pc:docMk/>
            <pc:sldMk cId="1686894354" sldId="7967"/>
            <ac:picMk id="8" creationId="{D934186A-386E-318A-7063-CE3162E51DEF}"/>
          </ac:picMkLst>
        </pc:picChg>
        <pc:picChg chg="add del mod ord">
          <ac:chgData name="Paul Daniel Dass Dhanapal" userId="a3b2459a-4399-4c16-b045-c17fbe6bd25c" providerId="ADAL" clId="{98FC4701-10BB-470D-BC1A-FAA02BA1865F}" dt="2026-05-08T10:37:41.292" v="5237" actId="478"/>
          <ac:picMkLst>
            <pc:docMk/>
            <pc:sldMk cId="1686894354" sldId="7967"/>
            <ac:picMk id="9" creationId="{5C1B13BB-9D87-FF6A-86D4-2E34763D13F0}"/>
          </ac:picMkLst>
        </pc:picChg>
        <pc:picChg chg="add mod">
          <ac:chgData name="Paul Daniel Dass Dhanapal" userId="a3b2459a-4399-4c16-b045-c17fbe6bd25c" providerId="ADAL" clId="{98FC4701-10BB-470D-BC1A-FAA02BA1865F}" dt="2026-05-08T10:38:00.174" v="5244" actId="1076"/>
          <ac:picMkLst>
            <pc:docMk/>
            <pc:sldMk cId="1686894354" sldId="7967"/>
            <ac:picMk id="15" creationId="{A0B39610-427E-AD7A-3634-FB5E87C44BBE}"/>
          </ac:picMkLst>
        </pc:picChg>
        <pc:cxnChg chg="add mod ord">
          <ac:chgData name="Paul Daniel Dass Dhanapal" userId="a3b2459a-4399-4c16-b045-c17fbe6bd25c" providerId="ADAL" clId="{98FC4701-10BB-470D-BC1A-FAA02BA1865F}" dt="2026-05-08T10:36:02.257" v="5228" actId="1076"/>
          <ac:cxnSpMkLst>
            <pc:docMk/>
            <pc:sldMk cId="1686894354" sldId="7967"/>
            <ac:cxnSpMk id="12" creationId="{2D4B5304-ED62-CB3C-8D97-4231F4C79E21}"/>
          </ac:cxnSpMkLst>
        </pc:cxnChg>
        <pc:cxnChg chg="add mod ord">
          <ac:chgData name="Paul Daniel Dass Dhanapal" userId="a3b2459a-4399-4c16-b045-c17fbe6bd25c" providerId="ADAL" clId="{98FC4701-10BB-470D-BC1A-FAA02BA1865F}" dt="2026-05-08T10:36:02.257" v="5228" actId="1076"/>
          <ac:cxnSpMkLst>
            <pc:docMk/>
            <pc:sldMk cId="1686894354" sldId="7967"/>
            <ac:cxnSpMk id="13" creationId="{D146A78F-56A5-F49D-6EE8-FF9E53CEAEA6}"/>
          </ac:cxnSpMkLst>
        </pc:cxnChg>
      </pc:sldChg>
      <pc:sldChg chg="addSp delSp modSp add mod">
        <pc:chgData name="Paul Daniel Dass Dhanapal" userId="a3b2459a-4399-4c16-b045-c17fbe6bd25c" providerId="ADAL" clId="{98FC4701-10BB-470D-BC1A-FAA02BA1865F}" dt="2026-05-08T11:05:16.744" v="5534"/>
        <pc:sldMkLst>
          <pc:docMk/>
          <pc:sldMk cId="2199555450" sldId="7968"/>
        </pc:sldMkLst>
        <pc:spChg chg="del">
          <ac:chgData name="Paul Daniel Dass Dhanapal" userId="a3b2459a-4399-4c16-b045-c17fbe6bd25c" providerId="ADAL" clId="{98FC4701-10BB-470D-BC1A-FAA02BA1865F}" dt="2026-05-07T15:01:16.355" v="4197" actId="478"/>
          <ac:spMkLst>
            <pc:docMk/>
            <pc:sldMk cId="2199555450" sldId="7968"/>
            <ac:spMk id="11" creationId="{1DF40BA8-9113-3E89-A946-F185FF313C66}"/>
          </ac:spMkLst>
        </pc:spChg>
        <pc:spChg chg="add mod">
          <ac:chgData name="Paul Daniel Dass Dhanapal" userId="a3b2459a-4399-4c16-b045-c17fbe6bd25c" providerId="ADAL" clId="{98FC4701-10BB-470D-BC1A-FAA02BA1865F}" dt="2026-05-08T10:47:07.567" v="5412" actId="1582"/>
          <ac:spMkLst>
            <pc:docMk/>
            <pc:sldMk cId="2199555450" sldId="7968"/>
            <ac:spMk id="13" creationId="{44C0C42D-D628-0B1C-17CF-E4665B543C38}"/>
          </ac:spMkLst>
        </pc:spChg>
        <pc:spChg chg="add mod">
          <ac:chgData name="Paul Daniel Dass Dhanapal" userId="a3b2459a-4399-4c16-b045-c17fbe6bd25c" providerId="ADAL" clId="{98FC4701-10BB-470D-BC1A-FAA02BA1865F}" dt="2026-05-08T11:05:16.744" v="5534"/>
          <ac:spMkLst>
            <pc:docMk/>
            <pc:sldMk cId="2199555450" sldId="7968"/>
            <ac:spMk id="20" creationId="{3380C8AE-EEC0-F619-7E16-9D05544CED4C}"/>
          </ac:spMkLst>
        </pc:spChg>
        <pc:spChg chg="del">
          <ac:chgData name="Paul Daniel Dass Dhanapal" userId="a3b2459a-4399-4c16-b045-c17fbe6bd25c" providerId="ADAL" clId="{98FC4701-10BB-470D-BC1A-FAA02BA1865F}" dt="2026-05-08T11:04:17.410" v="5517" actId="478"/>
          <ac:spMkLst>
            <pc:docMk/>
            <pc:sldMk cId="2199555450" sldId="7968"/>
            <ac:spMk id="23" creationId="{DC9E0476-84E6-7438-48B1-626BF3BE1E39}"/>
          </ac:spMkLst>
        </pc:spChg>
        <pc:graphicFrameChg chg="mod modGraphic">
          <ac:chgData name="Paul Daniel Dass Dhanapal" userId="a3b2459a-4399-4c16-b045-c17fbe6bd25c" providerId="ADAL" clId="{98FC4701-10BB-470D-BC1A-FAA02BA1865F}" dt="2026-05-08T10:48:50.028" v="5439"/>
          <ac:graphicFrameMkLst>
            <pc:docMk/>
            <pc:sldMk cId="2199555450" sldId="7968"/>
            <ac:graphicFrameMk id="2" creationId="{251B9E45-3509-07B0-5378-C25C14A1B884}"/>
          </ac:graphicFrameMkLst>
        </pc:graphicFrameChg>
        <pc:picChg chg="del">
          <ac:chgData name="Paul Daniel Dass Dhanapal" userId="a3b2459a-4399-4c16-b045-c17fbe6bd25c" providerId="ADAL" clId="{98FC4701-10BB-470D-BC1A-FAA02BA1865F}" dt="2026-05-07T15:01:16.355" v="4197" actId="478"/>
          <ac:picMkLst>
            <pc:docMk/>
            <pc:sldMk cId="2199555450" sldId="7968"/>
            <ac:picMk id="3" creationId="{47483F88-AAED-9338-813D-448EB9AD165A}"/>
          </ac:picMkLst>
        </pc:picChg>
        <pc:picChg chg="add del mod">
          <ac:chgData name="Paul Daniel Dass Dhanapal" userId="a3b2459a-4399-4c16-b045-c17fbe6bd25c" providerId="ADAL" clId="{98FC4701-10BB-470D-BC1A-FAA02BA1865F}" dt="2026-05-08T10:46:24.824" v="5389" actId="478"/>
          <ac:picMkLst>
            <pc:docMk/>
            <pc:sldMk cId="2199555450" sldId="7968"/>
            <ac:picMk id="4" creationId="{D16AE8FF-A835-31DE-FF62-96E050E8F9AB}"/>
          </ac:picMkLst>
        </pc:picChg>
        <pc:picChg chg="add del mod">
          <ac:chgData name="Paul Daniel Dass Dhanapal" userId="a3b2459a-4399-4c16-b045-c17fbe6bd25c" providerId="ADAL" clId="{98FC4701-10BB-470D-BC1A-FAA02BA1865F}" dt="2026-05-08T10:46:37.267" v="5401" actId="478"/>
          <ac:picMkLst>
            <pc:docMk/>
            <pc:sldMk cId="2199555450" sldId="7968"/>
            <ac:picMk id="8" creationId="{F0C767DE-0CF2-6CD6-49D5-1A90848B465D}"/>
          </ac:picMkLst>
        </pc:picChg>
        <pc:picChg chg="del">
          <ac:chgData name="Paul Daniel Dass Dhanapal" userId="a3b2459a-4399-4c16-b045-c17fbe6bd25c" providerId="ADAL" clId="{98FC4701-10BB-470D-BC1A-FAA02BA1865F}" dt="2026-05-07T15:01:16.355" v="4197" actId="478"/>
          <ac:picMkLst>
            <pc:docMk/>
            <pc:sldMk cId="2199555450" sldId="7968"/>
            <ac:picMk id="9" creationId="{3984D987-7EF3-791C-5A46-910991D7C77E}"/>
          </ac:picMkLst>
        </pc:picChg>
        <pc:picChg chg="add mod">
          <ac:chgData name="Paul Daniel Dass Dhanapal" userId="a3b2459a-4399-4c16-b045-c17fbe6bd25c" providerId="ADAL" clId="{98FC4701-10BB-470D-BC1A-FAA02BA1865F}" dt="2026-05-08T10:46:35.402" v="5400" actId="14100"/>
          <ac:picMkLst>
            <pc:docMk/>
            <pc:sldMk cId="2199555450" sldId="7968"/>
            <ac:picMk id="9" creationId="{EEA793BB-3796-29D9-E5AD-9D139E874989}"/>
          </ac:picMkLst>
        </pc:picChg>
        <pc:picChg chg="add mod ord">
          <ac:chgData name="Paul Daniel Dass Dhanapal" userId="a3b2459a-4399-4c16-b045-c17fbe6bd25c" providerId="ADAL" clId="{98FC4701-10BB-470D-BC1A-FAA02BA1865F}" dt="2026-05-08T10:47:20.111" v="5416" actId="166"/>
          <ac:picMkLst>
            <pc:docMk/>
            <pc:sldMk cId="2199555450" sldId="7968"/>
            <ac:picMk id="12" creationId="{9898C51A-F305-4560-F259-BE118FD1F28B}"/>
          </ac:picMkLst>
        </pc:picChg>
        <pc:picChg chg="add del mod ord">
          <ac:chgData name="Paul Daniel Dass Dhanapal" userId="a3b2459a-4399-4c16-b045-c17fbe6bd25c" providerId="ADAL" clId="{98FC4701-10BB-470D-BC1A-FAA02BA1865F}" dt="2026-05-08T10:46:55.257" v="5408" actId="478"/>
          <ac:picMkLst>
            <pc:docMk/>
            <pc:sldMk cId="2199555450" sldId="7968"/>
            <ac:picMk id="14" creationId="{AF62F8D0-FC50-1E94-F489-25CEEE201053}"/>
          </ac:picMkLst>
        </pc:picChg>
        <pc:cxnChg chg="del">
          <ac:chgData name="Paul Daniel Dass Dhanapal" userId="a3b2459a-4399-4c16-b045-c17fbe6bd25c" providerId="ADAL" clId="{98FC4701-10BB-470D-BC1A-FAA02BA1865F}" dt="2026-05-07T15:01:16.355" v="4197" actId="478"/>
          <ac:cxnSpMkLst>
            <pc:docMk/>
            <pc:sldMk cId="2199555450" sldId="7968"/>
            <ac:cxnSpMk id="12" creationId="{34019344-07F1-8832-B60F-CFEF719009E4}"/>
          </ac:cxnSpMkLst>
        </pc:cxnChg>
        <pc:cxnChg chg="del mod">
          <ac:chgData name="Paul Daniel Dass Dhanapal" userId="a3b2459a-4399-4c16-b045-c17fbe6bd25c" providerId="ADAL" clId="{98FC4701-10BB-470D-BC1A-FAA02BA1865F}" dt="2026-05-07T15:01:16.355" v="4197" actId="478"/>
          <ac:cxnSpMkLst>
            <pc:docMk/>
            <pc:sldMk cId="2199555450" sldId="7968"/>
            <ac:cxnSpMk id="13" creationId="{5B9E1626-8EAA-6761-FAD8-0E9BF812375A}"/>
          </ac:cxnSpMkLst>
        </pc:cxnChg>
        <pc:cxnChg chg="add mod ord">
          <ac:chgData name="Paul Daniel Dass Dhanapal" userId="a3b2459a-4399-4c16-b045-c17fbe6bd25c" providerId="ADAL" clId="{98FC4701-10BB-470D-BC1A-FAA02BA1865F}" dt="2026-05-08T10:47:29.776" v="5417" actId="1582"/>
          <ac:cxnSpMkLst>
            <pc:docMk/>
            <pc:sldMk cId="2199555450" sldId="7968"/>
            <ac:cxnSpMk id="15" creationId="{E8AEE054-2623-B2C6-81D5-4ED54F939FA2}"/>
          </ac:cxnSpMkLst>
        </pc:cxnChg>
        <pc:cxnChg chg="add mod ord">
          <ac:chgData name="Paul Daniel Dass Dhanapal" userId="a3b2459a-4399-4c16-b045-c17fbe6bd25c" providerId="ADAL" clId="{98FC4701-10BB-470D-BC1A-FAA02BA1865F}" dt="2026-05-08T10:47:33.049" v="5418" actId="108"/>
          <ac:cxnSpMkLst>
            <pc:docMk/>
            <pc:sldMk cId="2199555450" sldId="7968"/>
            <ac:cxnSpMk id="16" creationId="{89D01049-A20A-4D09-CD2A-64CBC737AEEB}"/>
          </ac:cxnSpMkLst>
        </pc:cxnChg>
      </pc:sldChg>
      <pc:sldChg chg="addSp delSp modSp add mod">
        <pc:chgData name="Paul Daniel Dass Dhanapal" userId="a3b2459a-4399-4c16-b045-c17fbe6bd25c" providerId="ADAL" clId="{98FC4701-10BB-470D-BC1A-FAA02BA1865F}" dt="2026-05-08T11:05:19.829" v="5535"/>
        <pc:sldMkLst>
          <pc:docMk/>
          <pc:sldMk cId="699470174" sldId="7969"/>
        </pc:sldMkLst>
        <pc:spChg chg="add mod">
          <ac:chgData name="Paul Daniel Dass Dhanapal" userId="a3b2459a-4399-4c16-b045-c17fbe6bd25c" providerId="ADAL" clId="{98FC4701-10BB-470D-BC1A-FAA02BA1865F}" dt="2026-05-08T11:05:19.829" v="5535"/>
          <ac:spMkLst>
            <pc:docMk/>
            <pc:sldMk cId="699470174" sldId="7969"/>
            <ac:spMk id="4" creationId="{589D6142-221D-6C4F-3272-463061174D9D}"/>
          </ac:spMkLst>
        </pc:spChg>
        <pc:spChg chg="add mod">
          <ac:chgData name="Paul Daniel Dass Dhanapal" userId="a3b2459a-4399-4c16-b045-c17fbe6bd25c" providerId="ADAL" clId="{98FC4701-10BB-470D-BC1A-FAA02BA1865F}" dt="2026-05-07T15:05:49.034" v="4229" actId="1076"/>
          <ac:spMkLst>
            <pc:docMk/>
            <pc:sldMk cId="699470174" sldId="7969"/>
            <ac:spMk id="11" creationId="{FC5C0C91-E61B-C13B-CB8B-42A7C152251A}"/>
          </ac:spMkLst>
        </pc:spChg>
        <pc:spChg chg="del">
          <ac:chgData name="Paul Daniel Dass Dhanapal" userId="a3b2459a-4399-4c16-b045-c17fbe6bd25c" providerId="ADAL" clId="{98FC4701-10BB-470D-BC1A-FAA02BA1865F}" dt="2026-05-08T11:04:20.740" v="5518" actId="478"/>
          <ac:spMkLst>
            <pc:docMk/>
            <pc:sldMk cId="699470174" sldId="7969"/>
            <ac:spMk id="23" creationId="{317E84D8-978D-9483-9217-663771A6D915}"/>
          </ac:spMkLst>
        </pc:spChg>
        <pc:graphicFrameChg chg="mod">
          <ac:chgData name="Paul Daniel Dass Dhanapal" userId="a3b2459a-4399-4c16-b045-c17fbe6bd25c" providerId="ADAL" clId="{98FC4701-10BB-470D-BC1A-FAA02BA1865F}" dt="2026-05-08T10:48:54.146" v="5440"/>
          <ac:graphicFrameMkLst>
            <pc:docMk/>
            <pc:sldMk cId="699470174" sldId="7969"/>
            <ac:graphicFrameMk id="2" creationId="{3FEF5D6F-15AF-8221-CA62-4D8F69E094AA}"/>
          </ac:graphicFrameMkLst>
        </pc:graphicFrameChg>
        <pc:picChg chg="add mod">
          <ac:chgData name="Paul Daniel Dass Dhanapal" userId="a3b2459a-4399-4c16-b045-c17fbe6bd25c" providerId="ADAL" clId="{98FC4701-10BB-470D-BC1A-FAA02BA1865F}" dt="2026-05-07T15:05:49.034" v="4229" actId="1076"/>
          <ac:picMkLst>
            <pc:docMk/>
            <pc:sldMk cId="699470174" sldId="7969"/>
            <ac:picMk id="3" creationId="{143F1C12-7C63-5700-4331-5DE0AB1916D6}"/>
          </ac:picMkLst>
        </pc:picChg>
        <pc:picChg chg="del">
          <ac:chgData name="Paul Daniel Dass Dhanapal" userId="a3b2459a-4399-4c16-b045-c17fbe6bd25c" providerId="ADAL" clId="{98FC4701-10BB-470D-BC1A-FAA02BA1865F}" dt="2026-05-07T15:05:35.563" v="4227" actId="478"/>
          <ac:picMkLst>
            <pc:docMk/>
            <pc:sldMk cId="699470174" sldId="7969"/>
            <ac:picMk id="4" creationId="{AD8609E3-BCEB-B437-A35E-E23DF15ECA1B}"/>
          </ac:picMkLst>
        </pc:picChg>
        <pc:picChg chg="del">
          <ac:chgData name="Paul Daniel Dass Dhanapal" userId="a3b2459a-4399-4c16-b045-c17fbe6bd25c" providerId="ADAL" clId="{98FC4701-10BB-470D-BC1A-FAA02BA1865F}" dt="2026-05-07T15:05:35.563" v="4227" actId="478"/>
          <ac:picMkLst>
            <pc:docMk/>
            <pc:sldMk cId="699470174" sldId="7969"/>
            <ac:picMk id="8" creationId="{8F8125BD-496C-D703-372F-214EFADE27B9}"/>
          </ac:picMkLst>
        </pc:picChg>
        <pc:picChg chg="add mod">
          <ac:chgData name="Paul Daniel Dass Dhanapal" userId="a3b2459a-4399-4c16-b045-c17fbe6bd25c" providerId="ADAL" clId="{98FC4701-10BB-470D-BC1A-FAA02BA1865F}" dt="2026-05-07T15:05:49.034" v="4229" actId="1076"/>
          <ac:picMkLst>
            <pc:docMk/>
            <pc:sldMk cId="699470174" sldId="7969"/>
            <ac:picMk id="9" creationId="{FA356C11-252F-C6B4-A8DD-184FF78A80D6}"/>
          </ac:picMkLst>
        </pc:picChg>
        <pc:picChg chg="del">
          <ac:chgData name="Paul Daniel Dass Dhanapal" userId="a3b2459a-4399-4c16-b045-c17fbe6bd25c" providerId="ADAL" clId="{98FC4701-10BB-470D-BC1A-FAA02BA1865F}" dt="2026-05-07T15:05:35.563" v="4227" actId="478"/>
          <ac:picMkLst>
            <pc:docMk/>
            <pc:sldMk cId="699470174" sldId="7969"/>
            <ac:picMk id="14" creationId="{1D0FB784-B537-0B3F-1E7E-EFEC736E99D6}"/>
          </ac:picMkLst>
        </pc:picChg>
        <pc:picChg chg="add mod">
          <ac:chgData name="Paul Daniel Dass Dhanapal" userId="a3b2459a-4399-4c16-b045-c17fbe6bd25c" providerId="ADAL" clId="{98FC4701-10BB-470D-BC1A-FAA02BA1865F}" dt="2026-05-07T15:05:49.034" v="4229" actId="1076"/>
          <ac:picMkLst>
            <pc:docMk/>
            <pc:sldMk cId="699470174" sldId="7969"/>
            <ac:picMk id="17" creationId="{A58770CD-4734-FE19-DE03-457DD5D49DA6}"/>
          </ac:picMkLst>
        </pc:picChg>
        <pc:picChg chg="add mod">
          <ac:chgData name="Paul Daniel Dass Dhanapal" userId="a3b2459a-4399-4c16-b045-c17fbe6bd25c" providerId="ADAL" clId="{98FC4701-10BB-470D-BC1A-FAA02BA1865F}" dt="2026-05-07T15:05:49.034" v="4229" actId="1076"/>
          <ac:picMkLst>
            <pc:docMk/>
            <pc:sldMk cId="699470174" sldId="7969"/>
            <ac:picMk id="19" creationId="{41F00242-A9AC-45E8-11C0-1D97BCE3B987}"/>
          </ac:picMkLst>
        </pc:picChg>
        <pc:cxnChg chg="add mod">
          <ac:chgData name="Paul Daniel Dass Dhanapal" userId="a3b2459a-4399-4c16-b045-c17fbe6bd25c" providerId="ADAL" clId="{98FC4701-10BB-470D-BC1A-FAA02BA1865F}" dt="2026-05-07T15:05:49.034" v="4229" actId="1076"/>
          <ac:cxnSpMkLst>
            <pc:docMk/>
            <pc:sldMk cId="699470174" sldId="7969"/>
            <ac:cxnSpMk id="12" creationId="{50988374-0FA9-8B56-80E7-9C3C5193D13F}"/>
          </ac:cxnSpMkLst>
        </pc:cxnChg>
        <pc:cxnChg chg="add mod">
          <ac:chgData name="Paul Daniel Dass Dhanapal" userId="a3b2459a-4399-4c16-b045-c17fbe6bd25c" providerId="ADAL" clId="{98FC4701-10BB-470D-BC1A-FAA02BA1865F}" dt="2026-05-07T15:05:49.034" v="4229" actId="1076"/>
          <ac:cxnSpMkLst>
            <pc:docMk/>
            <pc:sldMk cId="699470174" sldId="7969"/>
            <ac:cxnSpMk id="13" creationId="{32AF5417-05DB-9528-03FF-ACA1380D7C31}"/>
          </ac:cxnSpMkLst>
        </pc:cxnChg>
        <pc:cxnChg chg="del mod">
          <ac:chgData name="Paul Daniel Dass Dhanapal" userId="a3b2459a-4399-4c16-b045-c17fbe6bd25c" providerId="ADAL" clId="{98FC4701-10BB-470D-BC1A-FAA02BA1865F}" dt="2026-05-07T15:05:35.563" v="4227" actId="478"/>
          <ac:cxnSpMkLst>
            <pc:docMk/>
            <pc:sldMk cId="699470174" sldId="7969"/>
            <ac:cxnSpMk id="15" creationId="{7D9DC874-13D3-0F3A-C538-4C4127BA1AD5}"/>
          </ac:cxnSpMkLst>
        </pc:cxnChg>
        <pc:cxnChg chg="del mod">
          <ac:chgData name="Paul Daniel Dass Dhanapal" userId="a3b2459a-4399-4c16-b045-c17fbe6bd25c" providerId="ADAL" clId="{98FC4701-10BB-470D-BC1A-FAA02BA1865F}" dt="2026-05-07T15:05:35.563" v="4227" actId="478"/>
          <ac:cxnSpMkLst>
            <pc:docMk/>
            <pc:sldMk cId="699470174" sldId="7969"/>
            <ac:cxnSpMk id="16" creationId="{CF961132-5551-F844-11C0-1F6C759814C2}"/>
          </ac:cxnSpMkLst>
        </pc:cxnChg>
      </pc:sldChg>
      <pc:sldChg chg="addSp delSp modSp add mod">
        <pc:chgData name="Paul Daniel Dass Dhanapal" userId="a3b2459a-4399-4c16-b045-c17fbe6bd25c" providerId="ADAL" clId="{98FC4701-10BB-470D-BC1A-FAA02BA1865F}" dt="2026-05-08T11:05:22.268" v="5536"/>
        <pc:sldMkLst>
          <pc:docMk/>
          <pc:sldMk cId="4199715145" sldId="7970"/>
        </pc:sldMkLst>
        <pc:spChg chg="add mod">
          <ac:chgData name="Paul Daniel Dass Dhanapal" userId="a3b2459a-4399-4c16-b045-c17fbe6bd25c" providerId="ADAL" clId="{98FC4701-10BB-470D-BC1A-FAA02BA1865F}" dt="2026-05-08T11:05:22.268" v="5536"/>
          <ac:spMkLst>
            <pc:docMk/>
            <pc:sldMk cId="4199715145" sldId="7970"/>
            <ac:spMk id="3" creationId="{A6C3FCC5-4260-4185-F11A-BEAA5C228E2C}"/>
          </ac:spMkLst>
        </pc:spChg>
        <pc:spChg chg="del">
          <ac:chgData name="Paul Daniel Dass Dhanapal" userId="a3b2459a-4399-4c16-b045-c17fbe6bd25c" providerId="ADAL" clId="{98FC4701-10BB-470D-BC1A-FAA02BA1865F}" dt="2026-05-07T15:07:29.939" v="4239" actId="478"/>
          <ac:spMkLst>
            <pc:docMk/>
            <pc:sldMk cId="4199715145" sldId="7970"/>
            <ac:spMk id="11" creationId="{7639703B-1F6A-9167-FDE7-E764191D4CEE}"/>
          </ac:spMkLst>
        </pc:spChg>
        <pc:spChg chg="add mod">
          <ac:chgData name="Paul Daniel Dass Dhanapal" userId="a3b2459a-4399-4c16-b045-c17fbe6bd25c" providerId="ADAL" clId="{98FC4701-10BB-470D-BC1A-FAA02BA1865F}" dt="2026-05-07T15:07:43.213" v="4241" actId="1076"/>
          <ac:spMkLst>
            <pc:docMk/>
            <pc:sldMk cId="4199715145" sldId="7970"/>
            <ac:spMk id="15" creationId="{62C8F558-D990-D9FA-639B-24223AA45237}"/>
          </ac:spMkLst>
        </pc:spChg>
        <pc:spChg chg="del mod">
          <ac:chgData name="Paul Daniel Dass Dhanapal" userId="a3b2459a-4399-4c16-b045-c17fbe6bd25c" providerId="ADAL" clId="{98FC4701-10BB-470D-BC1A-FAA02BA1865F}" dt="2026-05-08T11:04:27.353" v="5521" actId="478"/>
          <ac:spMkLst>
            <pc:docMk/>
            <pc:sldMk cId="4199715145" sldId="7970"/>
            <ac:spMk id="23" creationId="{7C7011CD-B7CD-1D29-FCD7-F1C84382843D}"/>
          </ac:spMkLst>
        </pc:spChg>
        <pc:graphicFrameChg chg="mod">
          <ac:chgData name="Paul Daniel Dass Dhanapal" userId="a3b2459a-4399-4c16-b045-c17fbe6bd25c" providerId="ADAL" clId="{98FC4701-10BB-470D-BC1A-FAA02BA1865F}" dt="2026-05-08T10:48:57.578" v="5441"/>
          <ac:graphicFrameMkLst>
            <pc:docMk/>
            <pc:sldMk cId="4199715145" sldId="7970"/>
            <ac:graphicFrameMk id="2" creationId="{CC1D5957-61DA-3EBC-F5C9-D57A9203945D}"/>
          </ac:graphicFrameMkLst>
        </pc:graphicFrameChg>
        <pc:picChg chg="del">
          <ac:chgData name="Paul Daniel Dass Dhanapal" userId="a3b2459a-4399-4c16-b045-c17fbe6bd25c" providerId="ADAL" clId="{98FC4701-10BB-470D-BC1A-FAA02BA1865F}" dt="2026-05-07T15:07:29.939" v="4239" actId="478"/>
          <ac:picMkLst>
            <pc:docMk/>
            <pc:sldMk cId="4199715145" sldId="7970"/>
            <ac:picMk id="3" creationId="{77809FFA-5F49-906A-B9B7-BAE76159DE3D}"/>
          </ac:picMkLst>
        </pc:picChg>
        <pc:picChg chg="add mod">
          <ac:chgData name="Paul Daniel Dass Dhanapal" userId="a3b2459a-4399-4c16-b045-c17fbe6bd25c" providerId="ADAL" clId="{98FC4701-10BB-470D-BC1A-FAA02BA1865F}" dt="2026-05-07T15:07:46.701" v="4242" actId="14100"/>
          <ac:picMkLst>
            <pc:docMk/>
            <pc:sldMk cId="4199715145" sldId="7970"/>
            <ac:picMk id="4" creationId="{CB84A28E-BFDF-7D3D-229B-2AD7ED33661A}"/>
          </ac:picMkLst>
        </pc:picChg>
        <pc:picChg chg="del">
          <ac:chgData name="Paul Daniel Dass Dhanapal" userId="a3b2459a-4399-4c16-b045-c17fbe6bd25c" providerId="ADAL" clId="{98FC4701-10BB-470D-BC1A-FAA02BA1865F}" dt="2026-05-07T15:07:29.939" v="4239" actId="478"/>
          <ac:picMkLst>
            <pc:docMk/>
            <pc:sldMk cId="4199715145" sldId="7970"/>
            <ac:picMk id="9" creationId="{9B83AD7F-36BC-2DB5-F6A1-05741F6F8A93}"/>
          </ac:picMkLst>
        </pc:picChg>
        <pc:picChg chg="add mod">
          <ac:chgData name="Paul Daniel Dass Dhanapal" userId="a3b2459a-4399-4c16-b045-c17fbe6bd25c" providerId="ADAL" clId="{98FC4701-10BB-470D-BC1A-FAA02BA1865F}" dt="2026-05-07T15:07:43.213" v="4241" actId="1076"/>
          <ac:picMkLst>
            <pc:docMk/>
            <pc:sldMk cId="4199715145" sldId="7970"/>
            <ac:picMk id="16" creationId="{4ADB83E3-EACF-2FC1-737E-F1F455F364DC}"/>
          </ac:picMkLst>
        </pc:picChg>
        <pc:picChg chg="del">
          <ac:chgData name="Paul Daniel Dass Dhanapal" userId="a3b2459a-4399-4c16-b045-c17fbe6bd25c" providerId="ADAL" clId="{98FC4701-10BB-470D-BC1A-FAA02BA1865F}" dt="2026-05-07T15:07:29.939" v="4239" actId="478"/>
          <ac:picMkLst>
            <pc:docMk/>
            <pc:sldMk cId="4199715145" sldId="7970"/>
            <ac:picMk id="17" creationId="{2325A5EF-FAA0-0DC2-BF0F-80D5698D72F4}"/>
          </ac:picMkLst>
        </pc:picChg>
        <pc:picChg chg="del">
          <ac:chgData name="Paul Daniel Dass Dhanapal" userId="a3b2459a-4399-4c16-b045-c17fbe6bd25c" providerId="ADAL" clId="{98FC4701-10BB-470D-BC1A-FAA02BA1865F}" dt="2026-05-07T15:07:29.939" v="4239" actId="478"/>
          <ac:picMkLst>
            <pc:docMk/>
            <pc:sldMk cId="4199715145" sldId="7970"/>
            <ac:picMk id="19" creationId="{26CAFBFE-E065-00DE-3C02-C02C73A7364D}"/>
          </ac:picMkLst>
        </pc:picChg>
        <pc:cxnChg chg="add mod">
          <ac:chgData name="Paul Daniel Dass Dhanapal" userId="a3b2459a-4399-4c16-b045-c17fbe6bd25c" providerId="ADAL" clId="{98FC4701-10BB-470D-BC1A-FAA02BA1865F}" dt="2026-05-07T15:07:43.213" v="4241" actId="1076"/>
          <ac:cxnSpMkLst>
            <pc:docMk/>
            <pc:sldMk cId="4199715145" sldId="7970"/>
            <ac:cxnSpMk id="8" creationId="{90B3FB34-5628-94F8-E8A2-73EBEA79E572}"/>
          </ac:cxnSpMkLst>
        </pc:cxnChg>
        <pc:cxnChg chg="del">
          <ac:chgData name="Paul Daniel Dass Dhanapal" userId="a3b2459a-4399-4c16-b045-c17fbe6bd25c" providerId="ADAL" clId="{98FC4701-10BB-470D-BC1A-FAA02BA1865F}" dt="2026-05-07T15:07:29.939" v="4239" actId="478"/>
          <ac:cxnSpMkLst>
            <pc:docMk/>
            <pc:sldMk cId="4199715145" sldId="7970"/>
            <ac:cxnSpMk id="12" creationId="{332130DC-34EB-B15E-AD53-33A6BB324263}"/>
          </ac:cxnSpMkLst>
        </pc:cxnChg>
        <pc:cxnChg chg="del">
          <ac:chgData name="Paul Daniel Dass Dhanapal" userId="a3b2459a-4399-4c16-b045-c17fbe6bd25c" providerId="ADAL" clId="{98FC4701-10BB-470D-BC1A-FAA02BA1865F}" dt="2026-05-07T15:07:29.939" v="4239" actId="478"/>
          <ac:cxnSpMkLst>
            <pc:docMk/>
            <pc:sldMk cId="4199715145" sldId="7970"/>
            <ac:cxnSpMk id="13" creationId="{2B3471DC-74D8-0F04-E679-3CA2A0F75FD7}"/>
          </ac:cxnSpMkLst>
        </pc:cxnChg>
        <pc:cxnChg chg="add mod">
          <ac:chgData name="Paul Daniel Dass Dhanapal" userId="a3b2459a-4399-4c16-b045-c17fbe6bd25c" providerId="ADAL" clId="{98FC4701-10BB-470D-BC1A-FAA02BA1865F}" dt="2026-05-07T15:07:43.213" v="4241" actId="1076"/>
          <ac:cxnSpMkLst>
            <pc:docMk/>
            <pc:sldMk cId="4199715145" sldId="7970"/>
            <ac:cxnSpMk id="14" creationId="{C89B8F9F-11C1-3ADD-A910-CAD8FB9F1901}"/>
          </ac:cxnSpMkLst>
        </pc:cxnChg>
      </pc:sldChg>
      <pc:sldChg chg="addSp delSp modSp add mod">
        <pc:chgData name="Paul Daniel Dass Dhanapal" userId="a3b2459a-4399-4c16-b045-c17fbe6bd25c" providerId="ADAL" clId="{98FC4701-10BB-470D-BC1A-FAA02BA1865F}" dt="2026-05-08T11:05:23.534" v="5537"/>
        <pc:sldMkLst>
          <pc:docMk/>
          <pc:sldMk cId="953928303" sldId="7971"/>
        </pc:sldMkLst>
        <pc:spChg chg="add mod">
          <ac:chgData name="Paul Daniel Dass Dhanapal" userId="a3b2459a-4399-4c16-b045-c17fbe6bd25c" providerId="ADAL" clId="{98FC4701-10BB-470D-BC1A-FAA02BA1865F}" dt="2026-05-08T11:05:23.534" v="5537"/>
          <ac:spMkLst>
            <pc:docMk/>
            <pc:sldMk cId="953928303" sldId="7971"/>
            <ac:spMk id="4" creationId="{39B8BEEC-11E8-4C07-3B98-57EA97AA30FB}"/>
          </ac:spMkLst>
        </pc:spChg>
        <pc:spChg chg="add mod">
          <ac:chgData name="Paul Daniel Dass Dhanapal" userId="a3b2459a-4399-4c16-b045-c17fbe6bd25c" providerId="ADAL" clId="{98FC4701-10BB-470D-BC1A-FAA02BA1865F}" dt="2026-05-07T15:09:00.725" v="4253" actId="14100"/>
          <ac:spMkLst>
            <pc:docMk/>
            <pc:sldMk cId="953928303" sldId="7971"/>
            <ac:spMk id="9" creationId="{1054A064-4819-B689-4C77-960D034EE0E4}"/>
          </ac:spMkLst>
        </pc:spChg>
        <pc:spChg chg="del">
          <ac:chgData name="Paul Daniel Dass Dhanapal" userId="a3b2459a-4399-4c16-b045-c17fbe6bd25c" providerId="ADAL" clId="{98FC4701-10BB-470D-BC1A-FAA02BA1865F}" dt="2026-05-07T15:08:34.806" v="4246" actId="478"/>
          <ac:spMkLst>
            <pc:docMk/>
            <pc:sldMk cId="953928303" sldId="7971"/>
            <ac:spMk id="15" creationId="{F2BDCEC8-FAF6-73F5-6221-5639FD05456C}"/>
          </ac:spMkLst>
        </pc:spChg>
        <pc:spChg chg="del mod">
          <ac:chgData name="Paul Daniel Dass Dhanapal" userId="a3b2459a-4399-4c16-b045-c17fbe6bd25c" providerId="ADAL" clId="{98FC4701-10BB-470D-BC1A-FAA02BA1865F}" dt="2026-05-08T11:04:31.374" v="5523" actId="478"/>
          <ac:spMkLst>
            <pc:docMk/>
            <pc:sldMk cId="953928303" sldId="7971"/>
            <ac:spMk id="23" creationId="{3AA1DD2F-A57A-468D-9C57-C31140A87C76}"/>
          </ac:spMkLst>
        </pc:spChg>
        <pc:graphicFrameChg chg="mod">
          <ac:chgData name="Paul Daniel Dass Dhanapal" userId="a3b2459a-4399-4c16-b045-c17fbe6bd25c" providerId="ADAL" clId="{98FC4701-10BB-470D-BC1A-FAA02BA1865F}" dt="2026-05-08T10:49:02.358" v="5442"/>
          <ac:graphicFrameMkLst>
            <pc:docMk/>
            <pc:sldMk cId="953928303" sldId="7971"/>
            <ac:graphicFrameMk id="2" creationId="{9094C9E6-F4EF-E29F-E6B6-8FD87256C222}"/>
          </ac:graphicFrameMkLst>
        </pc:graphicFrameChg>
        <pc:picChg chg="add mod">
          <ac:chgData name="Paul Daniel Dass Dhanapal" userId="a3b2459a-4399-4c16-b045-c17fbe6bd25c" providerId="ADAL" clId="{98FC4701-10BB-470D-BC1A-FAA02BA1865F}" dt="2026-05-07T15:08:56.379" v="4251" actId="1076"/>
          <ac:picMkLst>
            <pc:docMk/>
            <pc:sldMk cId="953928303" sldId="7971"/>
            <ac:picMk id="3" creationId="{A2B63BC8-FE72-44C3-74C8-969172028D5B}"/>
          </ac:picMkLst>
        </pc:picChg>
        <pc:picChg chg="del">
          <ac:chgData name="Paul Daniel Dass Dhanapal" userId="a3b2459a-4399-4c16-b045-c17fbe6bd25c" providerId="ADAL" clId="{98FC4701-10BB-470D-BC1A-FAA02BA1865F}" dt="2026-05-07T15:08:34.806" v="4246" actId="478"/>
          <ac:picMkLst>
            <pc:docMk/>
            <pc:sldMk cId="953928303" sldId="7971"/>
            <ac:picMk id="4" creationId="{D93AEFCB-02F5-EC7F-94E0-615387417A65}"/>
          </ac:picMkLst>
        </pc:picChg>
        <pc:picChg chg="del">
          <ac:chgData name="Paul Daniel Dass Dhanapal" userId="a3b2459a-4399-4c16-b045-c17fbe6bd25c" providerId="ADAL" clId="{98FC4701-10BB-470D-BC1A-FAA02BA1865F}" dt="2026-05-07T15:08:34.806" v="4246" actId="478"/>
          <ac:picMkLst>
            <pc:docMk/>
            <pc:sldMk cId="953928303" sldId="7971"/>
            <ac:picMk id="16" creationId="{65E5FA73-8369-7125-E07A-DC91BDB84E92}"/>
          </ac:picMkLst>
        </pc:picChg>
        <pc:cxnChg chg="del mod">
          <ac:chgData name="Paul Daniel Dass Dhanapal" userId="a3b2459a-4399-4c16-b045-c17fbe6bd25c" providerId="ADAL" clId="{98FC4701-10BB-470D-BC1A-FAA02BA1865F}" dt="2026-05-07T15:08:34.806" v="4246" actId="478"/>
          <ac:cxnSpMkLst>
            <pc:docMk/>
            <pc:sldMk cId="953928303" sldId="7971"/>
            <ac:cxnSpMk id="8" creationId="{912FFC9D-8259-DDA5-29C0-9CA3E60A37D2}"/>
          </ac:cxnSpMkLst>
        </pc:cxnChg>
        <pc:cxnChg chg="del mod">
          <ac:chgData name="Paul Daniel Dass Dhanapal" userId="a3b2459a-4399-4c16-b045-c17fbe6bd25c" providerId="ADAL" clId="{98FC4701-10BB-470D-BC1A-FAA02BA1865F}" dt="2026-05-07T15:08:34.806" v="4246" actId="478"/>
          <ac:cxnSpMkLst>
            <pc:docMk/>
            <pc:sldMk cId="953928303" sldId="7971"/>
            <ac:cxnSpMk id="14" creationId="{6C93E8FF-ACBC-970D-88AB-FA0973A45B9A}"/>
          </ac:cxnSpMkLst>
        </pc:cxnChg>
      </pc:sldChg>
      <pc:sldChg chg="addSp delSp modSp add mod">
        <pc:chgData name="Paul Daniel Dass Dhanapal" userId="a3b2459a-4399-4c16-b045-c17fbe6bd25c" providerId="ADAL" clId="{98FC4701-10BB-470D-BC1A-FAA02BA1865F}" dt="2026-05-08T11:05:24.711" v="5538"/>
        <pc:sldMkLst>
          <pc:docMk/>
          <pc:sldMk cId="1493407569" sldId="7972"/>
        </pc:sldMkLst>
        <pc:spChg chg="add mod">
          <ac:chgData name="Paul Daniel Dass Dhanapal" userId="a3b2459a-4399-4c16-b045-c17fbe6bd25c" providerId="ADAL" clId="{98FC4701-10BB-470D-BC1A-FAA02BA1865F}" dt="2026-05-08T11:05:24.711" v="5538"/>
          <ac:spMkLst>
            <pc:docMk/>
            <pc:sldMk cId="1493407569" sldId="7972"/>
            <ac:spMk id="3" creationId="{009BB2D8-DCFC-70FD-E86D-D8CEE5392A37}"/>
          </ac:spMkLst>
        </pc:spChg>
        <pc:spChg chg="del">
          <ac:chgData name="Paul Daniel Dass Dhanapal" userId="a3b2459a-4399-4c16-b045-c17fbe6bd25c" providerId="ADAL" clId="{98FC4701-10BB-470D-BC1A-FAA02BA1865F}" dt="2026-05-07T15:10:17.762" v="4258" actId="478"/>
          <ac:spMkLst>
            <pc:docMk/>
            <pc:sldMk cId="1493407569" sldId="7972"/>
            <ac:spMk id="9" creationId="{D4A528FF-D475-FA29-6ACA-E6F768364C36}"/>
          </ac:spMkLst>
        </pc:spChg>
        <pc:spChg chg="add mod">
          <ac:chgData name="Paul Daniel Dass Dhanapal" userId="a3b2459a-4399-4c16-b045-c17fbe6bd25c" providerId="ADAL" clId="{98FC4701-10BB-470D-BC1A-FAA02BA1865F}" dt="2026-05-07T15:10:59.036" v="4269" actId="1076"/>
          <ac:spMkLst>
            <pc:docMk/>
            <pc:sldMk cId="1493407569" sldId="7972"/>
            <ac:spMk id="11" creationId="{06B7612B-3DC0-F643-FAAF-0F0DDE87DF53}"/>
          </ac:spMkLst>
        </pc:spChg>
        <pc:spChg chg="add mod">
          <ac:chgData name="Paul Daniel Dass Dhanapal" userId="a3b2459a-4399-4c16-b045-c17fbe6bd25c" providerId="ADAL" clId="{98FC4701-10BB-470D-BC1A-FAA02BA1865F}" dt="2026-05-07T15:10:49.117" v="4267" actId="1076"/>
          <ac:spMkLst>
            <pc:docMk/>
            <pc:sldMk cId="1493407569" sldId="7972"/>
            <ac:spMk id="12" creationId="{CF83F840-06C9-0E28-3D23-0715B4817814}"/>
          </ac:spMkLst>
        </pc:spChg>
        <pc:spChg chg="del">
          <ac:chgData name="Paul Daniel Dass Dhanapal" userId="a3b2459a-4399-4c16-b045-c17fbe6bd25c" providerId="ADAL" clId="{98FC4701-10BB-470D-BC1A-FAA02BA1865F}" dt="2026-05-08T11:04:35.076" v="5524" actId="478"/>
          <ac:spMkLst>
            <pc:docMk/>
            <pc:sldMk cId="1493407569" sldId="7972"/>
            <ac:spMk id="23" creationId="{5B186136-3DA4-0224-6A5E-5279C4E47673}"/>
          </ac:spMkLst>
        </pc:spChg>
        <pc:graphicFrameChg chg="mod">
          <ac:chgData name="Paul Daniel Dass Dhanapal" userId="a3b2459a-4399-4c16-b045-c17fbe6bd25c" providerId="ADAL" clId="{98FC4701-10BB-470D-BC1A-FAA02BA1865F}" dt="2026-05-08T10:49:05.910" v="5443"/>
          <ac:graphicFrameMkLst>
            <pc:docMk/>
            <pc:sldMk cId="1493407569" sldId="7972"/>
            <ac:graphicFrameMk id="2" creationId="{756CA3F7-B086-4A74-4EAE-094B71FE2982}"/>
          </ac:graphicFrameMkLst>
        </pc:graphicFrameChg>
        <pc:picChg chg="del">
          <ac:chgData name="Paul Daniel Dass Dhanapal" userId="a3b2459a-4399-4c16-b045-c17fbe6bd25c" providerId="ADAL" clId="{98FC4701-10BB-470D-BC1A-FAA02BA1865F}" dt="2026-05-07T15:10:16.265" v="4257" actId="478"/>
          <ac:picMkLst>
            <pc:docMk/>
            <pc:sldMk cId="1493407569" sldId="7972"/>
            <ac:picMk id="3" creationId="{2F3A345F-15EE-DF1C-5D9B-30A717F52A25}"/>
          </ac:picMkLst>
        </pc:picChg>
        <pc:picChg chg="add mod">
          <ac:chgData name="Paul Daniel Dass Dhanapal" userId="a3b2459a-4399-4c16-b045-c17fbe6bd25c" providerId="ADAL" clId="{98FC4701-10BB-470D-BC1A-FAA02BA1865F}" dt="2026-05-07T15:10:36.791" v="4262" actId="14100"/>
          <ac:picMkLst>
            <pc:docMk/>
            <pc:sldMk cId="1493407569" sldId="7972"/>
            <ac:picMk id="4" creationId="{B24244E4-96FE-C794-6159-52C9AB41433E}"/>
          </ac:picMkLst>
        </pc:picChg>
        <pc:picChg chg="add mod">
          <ac:chgData name="Paul Daniel Dass Dhanapal" userId="a3b2459a-4399-4c16-b045-c17fbe6bd25c" providerId="ADAL" clId="{98FC4701-10BB-470D-BC1A-FAA02BA1865F}" dt="2026-05-07T15:10:39.334" v="4263" actId="14100"/>
          <ac:picMkLst>
            <pc:docMk/>
            <pc:sldMk cId="1493407569" sldId="7972"/>
            <ac:picMk id="8" creationId="{0E60458E-C686-1906-3D1A-C4F968D368DE}"/>
          </ac:picMkLst>
        </pc:picChg>
      </pc:sldChg>
      <pc:sldChg chg="addSp delSp modSp add mod">
        <pc:chgData name="Paul Daniel Dass Dhanapal" userId="a3b2459a-4399-4c16-b045-c17fbe6bd25c" providerId="ADAL" clId="{98FC4701-10BB-470D-BC1A-FAA02BA1865F}" dt="2026-05-08T11:06:04.640" v="5546" actId="20577"/>
        <pc:sldMkLst>
          <pc:docMk/>
          <pc:sldMk cId="3451062021" sldId="7973"/>
        </pc:sldMkLst>
        <pc:spChg chg="add mod">
          <ac:chgData name="Paul Daniel Dass Dhanapal" userId="a3b2459a-4399-4c16-b045-c17fbe6bd25c" providerId="ADAL" clId="{98FC4701-10BB-470D-BC1A-FAA02BA1865F}" dt="2026-05-08T11:05:27.087" v="5539"/>
          <ac:spMkLst>
            <pc:docMk/>
            <pc:sldMk cId="3451062021" sldId="7973"/>
            <ac:spMk id="4" creationId="{EDB02630-D449-060E-2E4B-9EF835E2A973}"/>
          </ac:spMkLst>
        </pc:spChg>
        <pc:spChg chg="del">
          <ac:chgData name="Paul Daniel Dass Dhanapal" userId="a3b2459a-4399-4c16-b045-c17fbe6bd25c" providerId="ADAL" clId="{98FC4701-10BB-470D-BC1A-FAA02BA1865F}" dt="2026-05-07T15:11:57.487" v="4273" actId="478"/>
          <ac:spMkLst>
            <pc:docMk/>
            <pc:sldMk cId="3451062021" sldId="7973"/>
            <ac:spMk id="11" creationId="{E4A29EFB-B42A-BE83-8715-BCB89FCCB7A8}"/>
          </ac:spMkLst>
        </pc:spChg>
        <pc:spChg chg="del">
          <ac:chgData name="Paul Daniel Dass Dhanapal" userId="a3b2459a-4399-4c16-b045-c17fbe6bd25c" providerId="ADAL" clId="{98FC4701-10BB-470D-BC1A-FAA02BA1865F}" dt="2026-05-07T15:11:57.487" v="4273" actId="478"/>
          <ac:spMkLst>
            <pc:docMk/>
            <pc:sldMk cId="3451062021" sldId="7973"/>
            <ac:spMk id="12" creationId="{988A683E-9CCD-035B-232F-F152D9C9BBD8}"/>
          </ac:spMkLst>
        </pc:spChg>
        <pc:spChg chg="add mod">
          <ac:chgData name="Paul Daniel Dass Dhanapal" userId="a3b2459a-4399-4c16-b045-c17fbe6bd25c" providerId="ADAL" clId="{98FC4701-10BB-470D-BC1A-FAA02BA1865F}" dt="2026-05-07T15:12:29.028" v="4276" actId="1076"/>
          <ac:spMkLst>
            <pc:docMk/>
            <pc:sldMk cId="3451062021" sldId="7973"/>
            <ac:spMk id="13" creationId="{3BA413B7-BAE4-A9F0-1C8E-5E3313605FFB}"/>
          </ac:spMkLst>
        </pc:spChg>
        <pc:spChg chg="add mod ord">
          <ac:chgData name="Paul Daniel Dass Dhanapal" userId="a3b2459a-4399-4c16-b045-c17fbe6bd25c" providerId="ADAL" clId="{98FC4701-10BB-470D-BC1A-FAA02BA1865F}" dt="2026-05-07T15:16:34.343" v="4304" actId="1076"/>
          <ac:spMkLst>
            <pc:docMk/>
            <pc:sldMk cId="3451062021" sldId="7973"/>
            <ac:spMk id="14" creationId="{7E9CC1FF-D758-AB6E-170F-79067D007676}"/>
          </ac:spMkLst>
        </pc:spChg>
        <pc:spChg chg="add mod">
          <ac:chgData name="Paul Daniel Dass Dhanapal" userId="a3b2459a-4399-4c16-b045-c17fbe6bd25c" providerId="ADAL" clId="{98FC4701-10BB-470D-BC1A-FAA02BA1865F}" dt="2026-05-07T15:16:23.525" v="4301" actId="1076"/>
          <ac:spMkLst>
            <pc:docMk/>
            <pc:sldMk cId="3451062021" sldId="7973"/>
            <ac:spMk id="15" creationId="{084D22C8-8A94-A392-27DB-B6BF3AA266F2}"/>
          </ac:spMkLst>
        </pc:spChg>
        <pc:spChg chg="add mod ord">
          <ac:chgData name="Paul Daniel Dass Dhanapal" userId="a3b2459a-4399-4c16-b045-c17fbe6bd25c" providerId="ADAL" clId="{98FC4701-10BB-470D-BC1A-FAA02BA1865F}" dt="2026-05-07T15:16:20.744" v="4300" actId="1076"/>
          <ac:spMkLst>
            <pc:docMk/>
            <pc:sldMk cId="3451062021" sldId="7973"/>
            <ac:spMk id="16" creationId="{9144FBBE-87EE-DABB-3B8A-6DB684B2A0E7}"/>
          </ac:spMkLst>
        </pc:spChg>
        <pc:spChg chg="mod">
          <ac:chgData name="Paul Daniel Dass Dhanapal" userId="a3b2459a-4399-4c16-b045-c17fbe6bd25c" providerId="ADAL" clId="{98FC4701-10BB-470D-BC1A-FAA02BA1865F}" dt="2026-05-07T15:13:04.883" v="4280" actId="1076"/>
          <ac:spMkLst>
            <pc:docMk/>
            <pc:sldMk cId="3451062021" sldId="7973"/>
            <ac:spMk id="18" creationId="{00242BE5-189E-A3EC-98F3-CDA509EFBC25}"/>
          </ac:spMkLst>
        </pc:spChg>
        <pc:spChg chg="add del mod">
          <ac:chgData name="Paul Daniel Dass Dhanapal" userId="a3b2459a-4399-4c16-b045-c17fbe6bd25c" providerId="ADAL" clId="{98FC4701-10BB-470D-BC1A-FAA02BA1865F}" dt="2026-05-07T15:13:29.620" v="4286" actId="478"/>
          <ac:spMkLst>
            <pc:docMk/>
            <pc:sldMk cId="3451062021" sldId="7973"/>
            <ac:spMk id="19" creationId="{FBCA413B-A2A6-B910-EBA6-B7DF1C409426}"/>
          </ac:spMkLst>
        </pc:spChg>
        <pc:spChg chg="del">
          <ac:chgData name="Paul Daniel Dass Dhanapal" userId="a3b2459a-4399-4c16-b045-c17fbe6bd25c" providerId="ADAL" clId="{98FC4701-10BB-470D-BC1A-FAA02BA1865F}" dt="2026-05-08T11:04:38.182" v="5525" actId="478"/>
          <ac:spMkLst>
            <pc:docMk/>
            <pc:sldMk cId="3451062021" sldId="7973"/>
            <ac:spMk id="23" creationId="{1B273DA0-D7C8-19BB-9E69-9AD1CEF56D80}"/>
          </ac:spMkLst>
        </pc:spChg>
        <pc:spChg chg="add mod">
          <ac:chgData name="Paul Daniel Dass Dhanapal" userId="a3b2459a-4399-4c16-b045-c17fbe6bd25c" providerId="ADAL" clId="{98FC4701-10BB-470D-BC1A-FAA02BA1865F}" dt="2026-05-07T15:17:35.169" v="4316" actId="208"/>
          <ac:spMkLst>
            <pc:docMk/>
            <pc:sldMk cId="3451062021" sldId="7973"/>
            <ac:spMk id="26" creationId="{348F9221-07AA-6597-7F24-72418FFADE41}"/>
          </ac:spMkLst>
        </pc:spChg>
        <pc:spChg chg="add mod">
          <ac:chgData name="Paul Daniel Dass Dhanapal" userId="a3b2459a-4399-4c16-b045-c17fbe6bd25c" providerId="ADAL" clId="{98FC4701-10BB-470D-BC1A-FAA02BA1865F}" dt="2026-05-07T15:17:39.504" v="4317" actId="571"/>
          <ac:spMkLst>
            <pc:docMk/>
            <pc:sldMk cId="3451062021" sldId="7973"/>
            <ac:spMk id="27" creationId="{7104BACC-6A73-08AC-0913-7B6AA05385E6}"/>
          </ac:spMkLst>
        </pc:spChg>
        <pc:graphicFrameChg chg="mod modGraphic">
          <ac:chgData name="Paul Daniel Dass Dhanapal" userId="a3b2459a-4399-4c16-b045-c17fbe6bd25c" providerId="ADAL" clId="{98FC4701-10BB-470D-BC1A-FAA02BA1865F}" dt="2026-05-08T11:06:04.640" v="5546" actId="20577"/>
          <ac:graphicFrameMkLst>
            <pc:docMk/>
            <pc:sldMk cId="3451062021" sldId="7973"/>
            <ac:graphicFrameMk id="2" creationId="{47EA0B9F-3B08-098A-D9B9-BB0FFFEBA86F}"/>
          </ac:graphicFrameMkLst>
        </pc:graphicFrameChg>
        <pc:picChg chg="add mod">
          <ac:chgData name="Paul Daniel Dass Dhanapal" userId="a3b2459a-4399-4c16-b045-c17fbe6bd25c" providerId="ADAL" clId="{98FC4701-10BB-470D-BC1A-FAA02BA1865F}" dt="2026-05-07T15:12:33.995" v="4277" actId="14100"/>
          <ac:picMkLst>
            <pc:docMk/>
            <pc:sldMk cId="3451062021" sldId="7973"/>
            <ac:picMk id="3" creationId="{BCBC8F7F-EC7B-8EAE-050D-044D24D19426}"/>
          </ac:picMkLst>
        </pc:picChg>
        <pc:picChg chg="del">
          <ac:chgData name="Paul Daniel Dass Dhanapal" userId="a3b2459a-4399-4c16-b045-c17fbe6bd25c" providerId="ADAL" clId="{98FC4701-10BB-470D-BC1A-FAA02BA1865F}" dt="2026-05-07T15:11:57.487" v="4273" actId="478"/>
          <ac:picMkLst>
            <pc:docMk/>
            <pc:sldMk cId="3451062021" sldId="7973"/>
            <ac:picMk id="4" creationId="{E010FC65-4E9E-A774-D71D-97B28ED4097A}"/>
          </ac:picMkLst>
        </pc:picChg>
        <pc:picChg chg="del">
          <ac:chgData name="Paul Daniel Dass Dhanapal" userId="a3b2459a-4399-4c16-b045-c17fbe6bd25c" providerId="ADAL" clId="{98FC4701-10BB-470D-BC1A-FAA02BA1865F}" dt="2026-05-07T15:11:57.487" v="4273" actId="478"/>
          <ac:picMkLst>
            <pc:docMk/>
            <pc:sldMk cId="3451062021" sldId="7973"/>
            <ac:picMk id="8" creationId="{84E6455D-10B9-B400-29D4-F74E78679700}"/>
          </ac:picMkLst>
        </pc:picChg>
        <pc:picChg chg="add del mod">
          <ac:chgData name="Paul Daniel Dass Dhanapal" userId="a3b2459a-4399-4c16-b045-c17fbe6bd25c" providerId="ADAL" clId="{98FC4701-10BB-470D-BC1A-FAA02BA1865F}" dt="2026-05-07T15:15:26.156" v="4288" actId="478"/>
          <ac:picMkLst>
            <pc:docMk/>
            <pc:sldMk cId="3451062021" sldId="7973"/>
            <ac:picMk id="9" creationId="{1E1CE966-7FFB-50F2-9EE9-C78B110CD855}"/>
          </ac:picMkLst>
        </pc:picChg>
        <pc:picChg chg="del">
          <ac:chgData name="Paul Daniel Dass Dhanapal" userId="a3b2459a-4399-4c16-b045-c17fbe6bd25c" providerId="ADAL" clId="{98FC4701-10BB-470D-BC1A-FAA02BA1865F}" dt="2026-05-07T15:13:08.268" v="4281" actId="478"/>
          <ac:picMkLst>
            <pc:docMk/>
            <pc:sldMk cId="3451062021" sldId="7973"/>
            <ac:picMk id="10" creationId="{2F67956D-315F-ADDD-FFC2-8A7E3AB4BFB5}"/>
          </ac:picMkLst>
        </pc:picChg>
        <pc:picChg chg="add mod">
          <ac:chgData name="Paul Daniel Dass Dhanapal" userId="a3b2459a-4399-4c16-b045-c17fbe6bd25c" providerId="ADAL" clId="{98FC4701-10BB-470D-BC1A-FAA02BA1865F}" dt="2026-05-07T15:13:25.648" v="4284" actId="14100"/>
          <ac:picMkLst>
            <pc:docMk/>
            <pc:sldMk cId="3451062021" sldId="7973"/>
            <ac:picMk id="17" creationId="{0AE26D07-6058-1546-A704-A23C0D87A53A}"/>
          </ac:picMkLst>
        </pc:picChg>
        <pc:picChg chg="add mod ord">
          <ac:chgData name="Paul Daniel Dass Dhanapal" userId="a3b2459a-4399-4c16-b045-c17fbe6bd25c" providerId="ADAL" clId="{98FC4701-10BB-470D-BC1A-FAA02BA1865F}" dt="2026-05-07T15:16:06.372" v="4299"/>
          <ac:picMkLst>
            <pc:docMk/>
            <pc:sldMk cId="3451062021" sldId="7973"/>
            <ac:picMk id="21" creationId="{BBC7A390-F935-4AFF-B39F-C99D605961BE}"/>
          </ac:picMkLst>
        </pc:picChg>
        <pc:picChg chg="add mod">
          <ac:chgData name="Paul Daniel Dass Dhanapal" userId="a3b2459a-4399-4c16-b045-c17fbe6bd25c" providerId="ADAL" clId="{98FC4701-10BB-470D-BC1A-FAA02BA1865F}" dt="2026-05-07T15:17:20.294" v="4313"/>
          <ac:picMkLst>
            <pc:docMk/>
            <pc:sldMk cId="3451062021" sldId="7973"/>
            <ac:picMk id="25" creationId="{9E7F1E72-E0E1-B335-9A8A-4197B944DA67}"/>
          </ac:picMkLst>
        </pc:picChg>
      </pc:sldChg>
      <pc:sldChg chg="addSp delSp modSp add mod">
        <pc:chgData name="Paul Daniel Dass Dhanapal" userId="a3b2459a-4399-4c16-b045-c17fbe6bd25c" providerId="ADAL" clId="{98FC4701-10BB-470D-BC1A-FAA02BA1865F}" dt="2026-05-08T11:05:30.274" v="5540"/>
        <pc:sldMkLst>
          <pc:docMk/>
          <pc:sldMk cId="2564519341" sldId="7974"/>
        </pc:sldMkLst>
        <pc:spChg chg="add mod">
          <ac:chgData name="Paul Daniel Dass Dhanapal" userId="a3b2459a-4399-4c16-b045-c17fbe6bd25c" providerId="ADAL" clId="{98FC4701-10BB-470D-BC1A-FAA02BA1865F}" dt="2026-05-08T11:05:30.274" v="5540"/>
          <ac:spMkLst>
            <pc:docMk/>
            <pc:sldMk cId="2564519341" sldId="7974"/>
            <ac:spMk id="3" creationId="{32CD9C54-DCBB-F1AA-D9FE-3AEB7E20CEA0}"/>
          </ac:spMkLst>
        </pc:spChg>
        <pc:spChg chg="add mod ord">
          <ac:chgData name="Paul Daniel Dass Dhanapal" userId="a3b2459a-4399-4c16-b045-c17fbe6bd25c" providerId="ADAL" clId="{98FC4701-10BB-470D-BC1A-FAA02BA1865F}" dt="2026-05-08T06:41:56.834" v="4847" actId="1036"/>
          <ac:spMkLst>
            <pc:docMk/>
            <pc:sldMk cId="2564519341" sldId="7974"/>
            <ac:spMk id="4" creationId="{CFF4D5E6-D3EF-C5D1-38AA-7086014C3306}"/>
          </ac:spMkLst>
        </pc:spChg>
        <pc:spChg chg="del">
          <ac:chgData name="Paul Daniel Dass Dhanapal" userId="a3b2459a-4399-4c16-b045-c17fbe6bd25c" providerId="ADAL" clId="{98FC4701-10BB-470D-BC1A-FAA02BA1865F}" dt="2026-05-07T15:19:53.176" v="4348" actId="478"/>
          <ac:spMkLst>
            <pc:docMk/>
            <pc:sldMk cId="2564519341" sldId="7974"/>
            <ac:spMk id="13" creationId="{EB473FB9-2464-A983-62D5-8CD33B53DC0C}"/>
          </ac:spMkLst>
        </pc:spChg>
        <pc:spChg chg="del">
          <ac:chgData name="Paul Daniel Dass Dhanapal" userId="a3b2459a-4399-4c16-b045-c17fbe6bd25c" providerId="ADAL" clId="{98FC4701-10BB-470D-BC1A-FAA02BA1865F}" dt="2026-05-07T15:19:53.176" v="4348" actId="478"/>
          <ac:spMkLst>
            <pc:docMk/>
            <pc:sldMk cId="2564519341" sldId="7974"/>
            <ac:spMk id="14" creationId="{4059D469-6382-09BE-55F4-E4DECA223D12}"/>
          </ac:spMkLst>
        </pc:spChg>
        <pc:spChg chg="del">
          <ac:chgData name="Paul Daniel Dass Dhanapal" userId="a3b2459a-4399-4c16-b045-c17fbe6bd25c" providerId="ADAL" clId="{98FC4701-10BB-470D-BC1A-FAA02BA1865F}" dt="2026-05-07T15:19:53.176" v="4348" actId="478"/>
          <ac:spMkLst>
            <pc:docMk/>
            <pc:sldMk cId="2564519341" sldId="7974"/>
            <ac:spMk id="15" creationId="{A021DF97-0BA5-E985-21CF-0962E3846C0C}"/>
          </ac:spMkLst>
        </pc:spChg>
        <pc:spChg chg="del">
          <ac:chgData name="Paul Daniel Dass Dhanapal" userId="a3b2459a-4399-4c16-b045-c17fbe6bd25c" providerId="ADAL" clId="{98FC4701-10BB-470D-BC1A-FAA02BA1865F}" dt="2026-05-07T15:19:53.176" v="4348" actId="478"/>
          <ac:spMkLst>
            <pc:docMk/>
            <pc:sldMk cId="2564519341" sldId="7974"/>
            <ac:spMk id="16" creationId="{D08A92CB-48D5-37BB-2A43-A0B88742FB1A}"/>
          </ac:spMkLst>
        </pc:spChg>
        <pc:spChg chg="mod">
          <ac:chgData name="Paul Daniel Dass Dhanapal" userId="a3b2459a-4399-4c16-b045-c17fbe6bd25c" providerId="ADAL" clId="{98FC4701-10BB-470D-BC1A-FAA02BA1865F}" dt="2026-05-07T15:37:59.139" v="4522" actId="20577"/>
          <ac:spMkLst>
            <pc:docMk/>
            <pc:sldMk cId="2564519341" sldId="7974"/>
            <ac:spMk id="18" creationId="{C9EA8300-B113-13ED-8A69-574A01AFB35B}"/>
          </ac:spMkLst>
        </pc:spChg>
        <pc:spChg chg="del">
          <ac:chgData name="Paul Daniel Dass Dhanapal" userId="a3b2459a-4399-4c16-b045-c17fbe6bd25c" providerId="ADAL" clId="{98FC4701-10BB-470D-BC1A-FAA02BA1865F}" dt="2026-05-08T11:04:40.940" v="5526" actId="478"/>
          <ac:spMkLst>
            <pc:docMk/>
            <pc:sldMk cId="2564519341" sldId="7974"/>
            <ac:spMk id="23" creationId="{2D81991A-5C53-36FA-40E1-DEF29092383B}"/>
          </ac:spMkLst>
        </pc:spChg>
        <pc:spChg chg="del">
          <ac:chgData name="Paul Daniel Dass Dhanapal" userId="a3b2459a-4399-4c16-b045-c17fbe6bd25c" providerId="ADAL" clId="{98FC4701-10BB-470D-BC1A-FAA02BA1865F}" dt="2026-05-07T15:26:58.092" v="4361" actId="478"/>
          <ac:spMkLst>
            <pc:docMk/>
            <pc:sldMk cId="2564519341" sldId="7974"/>
            <ac:spMk id="26" creationId="{95AEBBB9-6875-4F1D-103F-4A7D4BEE50E5}"/>
          </ac:spMkLst>
        </pc:spChg>
        <pc:spChg chg="del">
          <ac:chgData name="Paul Daniel Dass Dhanapal" userId="a3b2459a-4399-4c16-b045-c17fbe6bd25c" providerId="ADAL" clId="{98FC4701-10BB-470D-BC1A-FAA02BA1865F}" dt="2026-05-07T15:26:58.092" v="4361" actId="478"/>
          <ac:spMkLst>
            <pc:docMk/>
            <pc:sldMk cId="2564519341" sldId="7974"/>
            <ac:spMk id="27" creationId="{646FB644-0110-B4C7-D963-35093ECCA007}"/>
          </ac:spMkLst>
        </pc:spChg>
        <pc:spChg chg="add mod">
          <ac:chgData name="Paul Daniel Dass Dhanapal" userId="a3b2459a-4399-4c16-b045-c17fbe6bd25c" providerId="ADAL" clId="{98FC4701-10BB-470D-BC1A-FAA02BA1865F}" dt="2026-05-08T06:42:28.160" v="4856" actId="1076"/>
          <ac:spMkLst>
            <pc:docMk/>
            <pc:sldMk cId="2564519341" sldId="7974"/>
            <ac:spMk id="57" creationId="{83D05E30-D85C-B104-807A-7376674D102D}"/>
          </ac:spMkLst>
        </pc:spChg>
        <pc:spChg chg="add mod">
          <ac:chgData name="Paul Daniel Dass Dhanapal" userId="a3b2459a-4399-4c16-b045-c17fbe6bd25c" providerId="ADAL" clId="{98FC4701-10BB-470D-BC1A-FAA02BA1865F}" dt="2026-05-08T06:42:35.629" v="4861" actId="1036"/>
          <ac:spMkLst>
            <pc:docMk/>
            <pc:sldMk cId="2564519341" sldId="7974"/>
            <ac:spMk id="58" creationId="{89A447E2-4165-22A7-6C3F-66F29CF648E3}"/>
          </ac:spMkLst>
        </pc:spChg>
        <pc:graphicFrameChg chg="mod modGraphic">
          <ac:chgData name="Paul Daniel Dass Dhanapal" userId="a3b2459a-4399-4c16-b045-c17fbe6bd25c" providerId="ADAL" clId="{98FC4701-10BB-470D-BC1A-FAA02BA1865F}" dt="2026-05-08T10:50:05.119" v="5450" actId="20577"/>
          <ac:graphicFrameMkLst>
            <pc:docMk/>
            <pc:sldMk cId="2564519341" sldId="7974"/>
            <ac:graphicFrameMk id="2" creationId="{01E0DAE2-3468-1C99-165E-048D6E451ECA}"/>
          </ac:graphicFrameMkLst>
        </pc:graphicFrameChg>
        <pc:picChg chg="del">
          <ac:chgData name="Paul Daniel Dass Dhanapal" userId="a3b2459a-4399-4c16-b045-c17fbe6bd25c" providerId="ADAL" clId="{98FC4701-10BB-470D-BC1A-FAA02BA1865F}" dt="2026-05-07T15:19:53.176" v="4348" actId="478"/>
          <ac:picMkLst>
            <pc:docMk/>
            <pc:sldMk cId="2564519341" sldId="7974"/>
            <ac:picMk id="3" creationId="{C1DF1940-4255-68DC-EFC8-62675FEC6B33}"/>
          </ac:picMkLst>
        </pc:picChg>
        <pc:picChg chg="del">
          <ac:chgData name="Paul Daniel Dass Dhanapal" userId="a3b2459a-4399-4c16-b045-c17fbe6bd25c" providerId="ADAL" clId="{98FC4701-10BB-470D-BC1A-FAA02BA1865F}" dt="2026-05-07T15:26:58.092" v="4361" actId="478"/>
          <ac:picMkLst>
            <pc:docMk/>
            <pc:sldMk cId="2564519341" sldId="7974"/>
            <ac:picMk id="8" creationId="{12B7D00A-7B7E-8759-C3BF-A5F7EC216915}"/>
          </ac:picMkLst>
        </pc:picChg>
        <pc:picChg chg="del">
          <ac:chgData name="Paul Daniel Dass Dhanapal" userId="a3b2459a-4399-4c16-b045-c17fbe6bd25c" providerId="ADAL" clId="{98FC4701-10BB-470D-BC1A-FAA02BA1865F}" dt="2026-05-07T15:26:58.092" v="4361" actId="478"/>
          <ac:picMkLst>
            <pc:docMk/>
            <pc:sldMk cId="2564519341" sldId="7974"/>
            <ac:picMk id="9" creationId="{7834E7DF-3640-7252-E5F8-965DF7735BDE}"/>
          </ac:picMkLst>
        </pc:picChg>
        <pc:picChg chg="del">
          <ac:chgData name="Paul Daniel Dass Dhanapal" userId="a3b2459a-4399-4c16-b045-c17fbe6bd25c" providerId="ADAL" clId="{98FC4701-10BB-470D-BC1A-FAA02BA1865F}" dt="2026-05-07T15:26:58.092" v="4361" actId="478"/>
          <ac:picMkLst>
            <pc:docMk/>
            <pc:sldMk cId="2564519341" sldId="7974"/>
            <ac:picMk id="10" creationId="{258E51F8-403A-BD2F-F4D7-57A7C713632E}"/>
          </ac:picMkLst>
        </pc:picChg>
        <pc:picChg chg="mod modCrop">
          <ac:chgData name="Paul Daniel Dass Dhanapal" userId="a3b2459a-4399-4c16-b045-c17fbe6bd25c" providerId="ADAL" clId="{98FC4701-10BB-470D-BC1A-FAA02BA1865F}" dt="2026-05-08T06:42:15.699" v="4852" actId="14100"/>
          <ac:picMkLst>
            <pc:docMk/>
            <pc:sldMk cId="2564519341" sldId="7974"/>
            <ac:picMk id="11" creationId="{CFBE7946-76B3-30AB-8A8C-996552849271}"/>
          </ac:picMkLst>
        </pc:picChg>
        <pc:picChg chg="add del mod">
          <ac:chgData name="Paul Daniel Dass Dhanapal" userId="a3b2459a-4399-4c16-b045-c17fbe6bd25c" providerId="ADAL" clId="{98FC4701-10BB-470D-BC1A-FAA02BA1865F}" dt="2026-05-07T15:36:55.441" v="4480" actId="478"/>
          <ac:picMkLst>
            <pc:docMk/>
            <pc:sldMk cId="2564519341" sldId="7974"/>
            <ac:picMk id="12" creationId="{EDBC17C4-91A6-393E-BB99-0FF51BCA978F}"/>
          </ac:picMkLst>
        </pc:picChg>
        <pc:picChg chg="del">
          <ac:chgData name="Paul Daniel Dass Dhanapal" userId="a3b2459a-4399-4c16-b045-c17fbe6bd25c" providerId="ADAL" clId="{98FC4701-10BB-470D-BC1A-FAA02BA1865F}" dt="2026-05-07T15:26:58.092" v="4361" actId="478"/>
          <ac:picMkLst>
            <pc:docMk/>
            <pc:sldMk cId="2564519341" sldId="7974"/>
            <ac:picMk id="17" creationId="{4329D99C-9EA6-AD23-D4A7-C5CC2D1132A6}"/>
          </ac:picMkLst>
        </pc:picChg>
        <pc:picChg chg="del">
          <ac:chgData name="Paul Daniel Dass Dhanapal" userId="a3b2459a-4399-4c16-b045-c17fbe6bd25c" providerId="ADAL" clId="{98FC4701-10BB-470D-BC1A-FAA02BA1865F}" dt="2026-05-07T15:19:53.176" v="4348" actId="478"/>
          <ac:picMkLst>
            <pc:docMk/>
            <pc:sldMk cId="2564519341" sldId="7974"/>
            <ac:picMk id="21" creationId="{65120871-33FF-B883-8EA6-017D62269361}"/>
          </ac:picMkLst>
        </pc:picChg>
        <pc:picChg chg="del">
          <ac:chgData name="Paul Daniel Dass Dhanapal" userId="a3b2459a-4399-4c16-b045-c17fbe6bd25c" providerId="ADAL" clId="{98FC4701-10BB-470D-BC1A-FAA02BA1865F}" dt="2026-05-07T15:26:58.092" v="4361" actId="478"/>
          <ac:picMkLst>
            <pc:docMk/>
            <pc:sldMk cId="2564519341" sldId="7974"/>
            <ac:picMk id="25" creationId="{A8B19A96-BFEA-F14A-0D1D-7959C02763B1}"/>
          </ac:picMkLst>
        </pc:picChg>
        <pc:picChg chg="add mod">
          <ac:chgData name="Paul Daniel Dass Dhanapal" userId="a3b2459a-4399-4c16-b045-c17fbe6bd25c" providerId="ADAL" clId="{98FC4701-10BB-470D-BC1A-FAA02BA1865F}" dt="2026-05-07T15:37:15.892" v="4486" actId="14100"/>
          <ac:picMkLst>
            <pc:docMk/>
            <pc:sldMk cId="2564519341" sldId="7974"/>
            <ac:picMk id="53" creationId="{1F7C9EB9-3332-0655-5D5B-2D0159A70B64}"/>
          </ac:picMkLst>
        </pc:picChg>
        <pc:picChg chg="add mod">
          <ac:chgData name="Paul Daniel Dass Dhanapal" userId="a3b2459a-4399-4c16-b045-c17fbe6bd25c" providerId="ADAL" clId="{98FC4701-10BB-470D-BC1A-FAA02BA1865F}" dt="2026-05-08T06:42:52.524" v="4864"/>
          <ac:picMkLst>
            <pc:docMk/>
            <pc:sldMk cId="2564519341" sldId="7974"/>
            <ac:picMk id="55" creationId="{8851195C-8BFF-69D0-2EC5-E040D1D361B2}"/>
          </ac:picMkLst>
        </pc:picChg>
        <pc:picChg chg="add mod">
          <ac:chgData name="Paul Daniel Dass Dhanapal" userId="a3b2459a-4399-4c16-b045-c17fbe6bd25c" providerId="ADAL" clId="{98FC4701-10BB-470D-BC1A-FAA02BA1865F}" dt="2026-05-08T06:43:01.305" v="4866"/>
          <ac:picMkLst>
            <pc:docMk/>
            <pc:sldMk cId="2564519341" sldId="7974"/>
            <ac:picMk id="56" creationId="{B834109F-D2E1-17C4-0329-7D0781638B27}"/>
          </ac:picMkLst>
        </pc:picChg>
        <pc:cxnChg chg="add mod ord">
          <ac:chgData name="Paul Daniel Dass Dhanapal" userId="a3b2459a-4399-4c16-b045-c17fbe6bd25c" providerId="ADAL" clId="{98FC4701-10BB-470D-BC1A-FAA02BA1865F}" dt="2026-05-07T15:37:02.757" v="4482" actId="166"/>
          <ac:cxnSpMkLst>
            <pc:docMk/>
            <pc:sldMk cId="2564519341" sldId="7974"/>
            <ac:cxnSpMk id="19" creationId="{23F378D5-C0F4-4A4A-8822-31D5FF340339}"/>
          </ac:cxnSpMkLst>
        </pc:cxnChg>
        <pc:cxnChg chg="add mod ord">
          <ac:chgData name="Paul Daniel Dass Dhanapal" userId="a3b2459a-4399-4c16-b045-c17fbe6bd25c" providerId="ADAL" clId="{98FC4701-10BB-470D-BC1A-FAA02BA1865F}" dt="2026-05-07T15:37:02.757" v="4482" actId="166"/>
          <ac:cxnSpMkLst>
            <pc:docMk/>
            <pc:sldMk cId="2564519341" sldId="7974"/>
            <ac:cxnSpMk id="20" creationId="{3EC48FF6-6243-900E-6B49-D780258F03BA}"/>
          </ac:cxnSpMkLst>
        </pc:cxnChg>
        <pc:cxnChg chg="add mod ord">
          <ac:chgData name="Paul Daniel Dass Dhanapal" userId="a3b2459a-4399-4c16-b045-c17fbe6bd25c" providerId="ADAL" clId="{98FC4701-10BB-470D-BC1A-FAA02BA1865F}" dt="2026-05-07T15:37:02.757" v="4482" actId="166"/>
          <ac:cxnSpMkLst>
            <pc:docMk/>
            <pc:sldMk cId="2564519341" sldId="7974"/>
            <ac:cxnSpMk id="24" creationId="{1B57F7F3-CFEB-8420-C9E9-83FBE263C5F4}"/>
          </ac:cxnSpMkLst>
        </pc:cxnChg>
        <pc:cxnChg chg="add mod ord">
          <ac:chgData name="Paul Daniel Dass Dhanapal" userId="a3b2459a-4399-4c16-b045-c17fbe6bd25c" providerId="ADAL" clId="{98FC4701-10BB-470D-BC1A-FAA02BA1865F}" dt="2026-05-07T15:37:02.757" v="4482" actId="166"/>
          <ac:cxnSpMkLst>
            <pc:docMk/>
            <pc:sldMk cId="2564519341" sldId="7974"/>
            <ac:cxnSpMk id="28" creationId="{8B828F7C-2208-8B8E-0701-D3C2FAE53F22}"/>
          </ac:cxnSpMkLst>
        </pc:cxnChg>
        <pc:cxnChg chg="add mod ord">
          <ac:chgData name="Paul Daniel Dass Dhanapal" userId="a3b2459a-4399-4c16-b045-c17fbe6bd25c" providerId="ADAL" clId="{98FC4701-10BB-470D-BC1A-FAA02BA1865F}" dt="2026-05-07T15:37:02.757" v="4482" actId="166"/>
          <ac:cxnSpMkLst>
            <pc:docMk/>
            <pc:sldMk cId="2564519341" sldId="7974"/>
            <ac:cxnSpMk id="29" creationId="{7B1710FC-CE05-4768-9394-282A21F4B164}"/>
          </ac:cxnSpMkLst>
        </pc:cxnChg>
        <pc:cxnChg chg="add mod ord">
          <ac:chgData name="Paul Daniel Dass Dhanapal" userId="a3b2459a-4399-4c16-b045-c17fbe6bd25c" providerId="ADAL" clId="{98FC4701-10BB-470D-BC1A-FAA02BA1865F}" dt="2026-05-07T15:37:02.757" v="4482" actId="166"/>
          <ac:cxnSpMkLst>
            <pc:docMk/>
            <pc:sldMk cId="2564519341" sldId="7974"/>
            <ac:cxnSpMk id="30" creationId="{A2EC9B46-521E-3171-D4B6-2F162927AE1B}"/>
          </ac:cxnSpMkLst>
        </pc:cxnChg>
        <pc:cxnChg chg="add mod ord">
          <ac:chgData name="Paul Daniel Dass Dhanapal" userId="a3b2459a-4399-4c16-b045-c17fbe6bd25c" providerId="ADAL" clId="{98FC4701-10BB-470D-BC1A-FAA02BA1865F}" dt="2026-05-07T15:37:02.757" v="4482" actId="166"/>
          <ac:cxnSpMkLst>
            <pc:docMk/>
            <pc:sldMk cId="2564519341" sldId="7974"/>
            <ac:cxnSpMk id="31" creationId="{55B729B6-4968-7613-808C-A2B3D8CB1919}"/>
          </ac:cxnSpMkLst>
        </pc:cxnChg>
        <pc:cxnChg chg="add mod ord">
          <ac:chgData name="Paul Daniel Dass Dhanapal" userId="a3b2459a-4399-4c16-b045-c17fbe6bd25c" providerId="ADAL" clId="{98FC4701-10BB-470D-BC1A-FAA02BA1865F}" dt="2026-05-07T15:37:02.757" v="4482" actId="166"/>
          <ac:cxnSpMkLst>
            <pc:docMk/>
            <pc:sldMk cId="2564519341" sldId="7974"/>
            <ac:cxnSpMk id="32" creationId="{1342A8D1-89A5-1785-7CA4-2B01198311DB}"/>
          </ac:cxnSpMkLst>
        </pc:cxnChg>
        <pc:cxnChg chg="add mod ord">
          <ac:chgData name="Paul Daniel Dass Dhanapal" userId="a3b2459a-4399-4c16-b045-c17fbe6bd25c" providerId="ADAL" clId="{98FC4701-10BB-470D-BC1A-FAA02BA1865F}" dt="2026-05-07T15:37:02.757" v="4482" actId="166"/>
          <ac:cxnSpMkLst>
            <pc:docMk/>
            <pc:sldMk cId="2564519341" sldId="7974"/>
            <ac:cxnSpMk id="33" creationId="{A049102D-8176-6FA4-8BF8-DBAEE81A0349}"/>
          </ac:cxnSpMkLst>
        </pc:cxnChg>
        <pc:cxnChg chg="add mod">
          <ac:chgData name="Paul Daniel Dass Dhanapal" userId="a3b2459a-4399-4c16-b045-c17fbe6bd25c" providerId="ADAL" clId="{98FC4701-10BB-470D-BC1A-FAA02BA1865F}" dt="2026-05-07T15:28:21.904" v="4409" actId="14100"/>
          <ac:cxnSpMkLst>
            <pc:docMk/>
            <pc:sldMk cId="2564519341" sldId="7974"/>
            <ac:cxnSpMk id="48" creationId="{A7D42E31-41F2-736D-EE16-4BDA1F56452C}"/>
          </ac:cxnSpMkLst>
        </pc:cxnChg>
        <pc:cxnChg chg="add mod ord">
          <ac:chgData name="Paul Daniel Dass Dhanapal" userId="a3b2459a-4399-4c16-b045-c17fbe6bd25c" providerId="ADAL" clId="{98FC4701-10BB-470D-BC1A-FAA02BA1865F}" dt="2026-05-07T15:37:02.757" v="4482" actId="166"/>
          <ac:cxnSpMkLst>
            <pc:docMk/>
            <pc:sldMk cId="2564519341" sldId="7974"/>
            <ac:cxnSpMk id="50" creationId="{B051F8DA-819B-9AB8-2359-D4A4477BCD5E}"/>
          </ac:cxnSpMkLst>
        </pc:cxnChg>
        <pc:cxnChg chg="add mod">
          <ac:chgData name="Paul Daniel Dass Dhanapal" userId="a3b2459a-4399-4c16-b045-c17fbe6bd25c" providerId="ADAL" clId="{98FC4701-10BB-470D-BC1A-FAA02BA1865F}" dt="2026-05-07T15:28:28.547" v="4411" actId="571"/>
          <ac:cxnSpMkLst>
            <pc:docMk/>
            <pc:sldMk cId="2564519341" sldId="7974"/>
            <ac:cxnSpMk id="51" creationId="{8D3F06C5-6CE8-D6E4-06B4-DB12A64249A4}"/>
          </ac:cxnSpMkLst>
        </pc:cxnChg>
      </pc:sldChg>
      <pc:sldChg chg="addSp delSp modSp add mod">
        <pc:chgData name="Paul Daniel Dass Dhanapal" userId="a3b2459a-4399-4c16-b045-c17fbe6bd25c" providerId="ADAL" clId="{98FC4701-10BB-470D-BC1A-FAA02BA1865F}" dt="2026-05-08T13:44:33.505" v="5591"/>
        <pc:sldMkLst>
          <pc:docMk/>
          <pc:sldMk cId="413688155" sldId="7975"/>
        </pc:sldMkLst>
        <pc:spChg chg="add mod">
          <ac:chgData name="Paul Daniel Dass Dhanapal" userId="a3b2459a-4399-4c16-b045-c17fbe6bd25c" providerId="ADAL" clId="{98FC4701-10BB-470D-BC1A-FAA02BA1865F}" dt="2026-05-08T11:05:31.547" v="5541"/>
          <ac:spMkLst>
            <pc:docMk/>
            <pc:sldMk cId="413688155" sldId="7975"/>
            <ac:spMk id="4" creationId="{4B17455B-E965-D459-B9D9-625235905FF4}"/>
          </ac:spMkLst>
        </pc:spChg>
        <pc:spChg chg="del">
          <ac:chgData name="Paul Daniel Dass Dhanapal" userId="a3b2459a-4399-4c16-b045-c17fbe6bd25c" providerId="ADAL" clId="{98FC4701-10BB-470D-BC1A-FAA02BA1865F}" dt="2026-05-07T15:32:07.717" v="4427" actId="478"/>
          <ac:spMkLst>
            <pc:docMk/>
            <pc:sldMk cId="413688155" sldId="7975"/>
            <ac:spMk id="4" creationId="{6C07A3FC-C4F5-E81B-677A-3109D2CF9FA3}"/>
          </ac:spMkLst>
        </pc:spChg>
        <pc:spChg chg="add mod">
          <ac:chgData name="Paul Daniel Dass Dhanapal" userId="a3b2459a-4399-4c16-b045-c17fbe6bd25c" providerId="ADAL" clId="{98FC4701-10BB-470D-BC1A-FAA02BA1865F}" dt="2026-05-07T15:32:26.570" v="4430" actId="1076"/>
          <ac:spMkLst>
            <pc:docMk/>
            <pc:sldMk cId="413688155" sldId="7975"/>
            <ac:spMk id="8" creationId="{0CF9FDBC-552C-CA5A-73E6-77420F57FB05}"/>
          </ac:spMkLst>
        </pc:spChg>
        <pc:spChg chg="add mod">
          <ac:chgData name="Paul Daniel Dass Dhanapal" userId="a3b2459a-4399-4c16-b045-c17fbe6bd25c" providerId="ADAL" clId="{98FC4701-10BB-470D-BC1A-FAA02BA1865F}" dt="2026-05-07T15:32:26.570" v="4430" actId="1076"/>
          <ac:spMkLst>
            <pc:docMk/>
            <pc:sldMk cId="413688155" sldId="7975"/>
            <ac:spMk id="9" creationId="{C701E5A3-A4B4-CC43-4964-64125EFA77A3}"/>
          </ac:spMkLst>
        </pc:spChg>
        <pc:spChg chg="add mod">
          <ac:chgData name="Paul Daniel Dass Dhanapal" userId="a3b2459a-4399-4c16-b045-c17fbe6bd25c" providerId="ADAL" clId="{98FC4701-10BB-470D-BC1A-FAA02BA1865F}" dt="2026-05-08T13:44:33.505" v="5591"/>
          <ac:spMkLst>
            <pc:docMk/>
            <pc:sldMk cId="413688155" sldId="7975"/>
            <ac:spMk id="12" creationId="{C083C471-A800-1F3B-DBB9-3DE428C4D9EB}"/>
          </ac:spMkLst>
        </pc:spChg>
        <pc:spChg chg="add del">
          <ac:chgData name="Paul Daniel Dass Dhanapal" userId="a3b2459a-4399-4c16-b045-c17fbe6bd25c" providerId="ADAL" clId="{98FC4701-10BB-470D-BC1A-FAA02BA1865F}" dt="2026-05-07T15:33:26.194" v="4439" actId="22"/>
          <ac:spMkLst>
            <pc:docMk/>
            <pc:sldMk cId="413688155" sldId="7975"/>
            <ac:spMk id="13" creationId="{B304DFEF-E7B4-13AF-7947-530B599B7E7B}"/>
          </ac:spMkLst>
        </pc:spChg>
        <pc:spChg chg="add mod">
          <ac:chgData name="Paul Daniel Dass Dhanapal" userId="a3b2459a-4399-4c16-b045-c17fbe6bd25c" providerId="ADAL" clId="{98FC4701-10BB-470D-BC1A-FAA02BA1865F}" dt="2026-05-08T13:44:33.505" v="5591"/>
          <ac:spMkLst>
            <pc:docMk/>
            <pc:sldMk cId="413688155" sldId="7975"/>
            <ac:spMk id="13" creationId="{D288D668-8639-2E95-ADE5-A1FB4855E5CB}"/>
          </ac:spMkLst>
        </pc:spChg>
        <pc:spChg chg="add mod">
          <ac:chgData name="Paul Daniel Dass Dhanapal" userId="a3b2459a-4399-4c16-b045-c17fbe6bd25c" providerId="ADAL" clId="{98FC4701-10BB-470D-BC1A-FAA02BA1865F}" dt="2026-05-08T13:44:33.505" v="5591"/>
          <ac:spMkLst>
            <pc:docMk/>
            <pc:sldMk cId="413688155" sldId="7975"/>
            <ac:spMk id="14" creationId="{32FBFDE0-9042-5154-F4CD-6EFF961B7546}"/>
          </ac:spMkLst>
        </pc:spChg>
        <pc:spChg chg="mod">
          <ac:chgData name="Paul Daniel Dass Dhanapal" userId="a3b2459a-4399-4c16-b045-c17fbe6bd25c" providerId="ADAL" clId="{98FC4701-10BB-470D-BC1A-FAA02BA1865F}" dt="2026-05-08T13:39:55.822" v="5578" actId="1076"/>
          <ac:spMkLst>
            <pc:docMk/>
            <pc:sldMk cId="413688155" sldId="7975"/>
            <ac:spMk id="18" creationId="{24A73412-EDE9-B692-6637-8A81C7D2A390}"/>
          </ac:spMkLst>
        </pc:spChg>
        <pc:spChg chg="del">
          <ac:chgData name="Paul Daniel Dass Dhanapal" userId="a3b2459a-4399-4c16-b045-c17fbe6bd25c" providerId="ADAL" clId="{98FC4701-10BB-470D-BC1A-FAA02BA1865F}" dt="2026-05-08T11:04:43.665" v="5527" actId="478"/>
          <ac:spMkLst>
            <pc:docMk/>
            <pc:sldMk cId="413688155" sldId="7975"/>
            <ac:spMk id="23" creationId="{2BFB2E6A-05A8-22B1-3B9C-E84664BFF741}"/>
          </ac:spMkLst>
        </pc:spChg>
        <pc:graphicFrameChg chg="mod modGraphic">
          <ac:chgData name="Paul Daniel Dass Dhanapal" userId="a3b2459a-4399-4c16-b045-c17fbe6bd25c" providerId="ADAL" clId="{98FC4701-10BB-470D-BC1A-FAA02BA1865F}" dt="2026-05-08T10:49:16.774" v="5446"/>
          <ac:graphicFrameMkLst>
            <pc:docMk/>
            <pc:sldMk cId="413688155" sldId="7975"/>
            <ac:graphicFrameMk id="2" creationId="{2501F63C-6656-89C3-5D42-F9373A5D8596}"/>
          </ac:graphicFrameMkLst>
        </pc:graphicFrameChg>
        <pc:picChg chg="add mod">
          <ac:chgData name="Paul Daniel Dass Dhanapal" userId="a3b2459a-4399-4c16-b045-c17fbe6bd25c" providerId="ADAL" clId="{98FC4701-10BB-470D-BC1A-FAA02BA1865F}" dt="2026-05-07T15:32:26.570" v="4430" actId="1076"/>
          <ac:picMkLst>
            <pc:docMk/>
            <pc:sldMk cId="413688155" sldId="7975"/>
            <ac:picMk id="3" creationId="{13827D9F-DD61-957F-4BC1-2AB6D16FE884}"/>
          </ac:picMkLst>
        </pc:picChg>
        <pc:picChg chg="add mod">
          <ac:chgData name="Paul Daniel Dass Dhanapal" userId="a3b2459a-4399-4c16-b045-c17fbe6bd25c" providerId="ADAL" clId="{98FC4701-10BB-470D-BC1A-FAA02BA1865F}" dt="2026-05-08T13:40:25.469" v="5590"/>
          <ac:picMkLst>
            <pc:docMk/>
            <pc:sldMk cId="413688155" sldId="7975"/>
            <ac:picMk id="11" creationId="{25CF939F-8146-33C4-D33D-604DDFE0EC94}"/>
          </ac:picMkLst>
        </pc:picChg>
        <pc:picChg chg="del">
          <ac:chgData name="Paul Daniel Dass Dhanapal" userId="a3b2459a-4399-4c16-b045-c17fbe6bd25c" providerId="ADAL" clId="{98FC4701-10BB-470D-BC1A-FAA02BA1865F}" dt="2026-05-07T15:32:07.717" v="4427" actId="478"/>
          <ac:picMkLst>
            <pc:docMk/>
            <pc:sldMk cId="413688155" sldId="7975"/>
            <ac:picMk id="11" creationId="{AA5E01FB-53AC-D843-C1D1-14498BBA8014}"/>
          </ac:picMkLst>
        </pc:picChg>
        <pc:picChg chg="del">
          <ac:chgData name="Paul Daniel Dass Dhanapal" userId="a3b2459a-4399-4c16-b045-c17fbe6bd25c" providerId="ADAL" clId="{98FC4701-10BB-470D-BC1A-FAA02BA1865F}" dt="2026-05-07T15:32:32.362" v="4431" actId="478"/>
          <ac:picMkLst>
            <pc:docMk/>
            <pc:sldMk cId="413688155" sldId="7975"/>
            <ac:picMk id="12" creationId="{873D29C7-7017-D394-CF83-ADCD73696488}"/>
          </ac:picMkLst>
        </pc:picChg>
        <pc:picChg chg="add mod">
          <ac:chgData name="Paul Daniel Dass Dhanapal" userId="a3b2459a-4399-4c16-b045-c17fbe6bd25c" providerId="ADAL" clId="{98FC4701-10BB-470D-BC1A-FAA02BA1865F}" dt="2026-05-07T15:39:50.633" v="4542" actId="208"/>
          <ac:picMkLst>
            <pc:docMk/>
            <pc:sldMk cId="413688155" sldId="7975"/>
            <ac:picMk id="15" creationId="{62DCF51D-3006-BCB1-317C-7A75CC967451}"/>
          </ac:picMkLst>
        </pc:picChg>
        <pc:picChg chg="add mod">
          <ac:chgData name="Paul Daniel Dass Dhanapal" userId="a3b2459a-4399-4c16-b045-c17fbe6bd25c" providerId="ADAL" clId="{98FC4701-10BB-470D-BC1A-FAA02BA1865F}" dt="2026-05-07T15:40:52.454" v="4556"/>
          <ac:picMkLst>
            <pc:docMk/>
            <pc:sldMk cId="413688155" sldId="7975"/>
            <ac:picMk id="17" creationId="{6B2C1129-4418-32EA-3B47-EBFEB8F6835D}"/>
          </ac:picMkLst>
        </pc:picChg>
        <pc:cxnChg chg="del">
          <ac:chgData name="Paul Daniel Dass Dhanapal" userId="a3b2459a-4399-4c16-b045-c17fbe6bd25c" providerId="ADAL" clId="{98FC4701-10BB-470D-BC1A-FAA02BA1865F}" dt="2026-05-07T15:32:36.659" v="4432" actId="478"/>
          <ac:cxnSpMkLst>
            <pc:docMk/>
            <pc:sldMk cId="413688155" sldId="7975"/>
            <ac:cxnSpMk id="19" creationId="{288A3414-36B5-8AC0-1786-381316919ADE}"/>
          </ac:cxnSpMkLst>
        </pc:cxnChg>
        <pc:cxnChg chg="del">
          <ac:chgData name="Paul Daniel Dass Dhanapal" userId="a3b2459a-4399-4c16-b045-c17fbe6bd25c" providerId="ADAL" clId="{98FC4701-10BB-470D-BC1A-FAA02BA1865F}" dt="2026-05-07T15:32:36.659" v="4432" actId="478"/>
          <ac:cxnSpMkLst>
            <pc:docMk/>
            <pc:sldMk cId="413688155" sldId="7975"/>
            <ac:cxnSpMk id="20" creationId="{3E82A63F-E8FB-5417-EEE9-0462CC466C5D}"/>
          </ac:cxnSpMkLst>
        </pc:cxnChg>
        <pc:cxnChg chg="del">
          <ac:chgData name="Paul Daniel Dass Dhanapal" userId="a3b2459a-4399-4c16-b045-c17fbe6bd25c" providerId="ADAL" clId="{98FC4701-10BB-470D-BC1A-FAA02BA1865F}" dt="2026-05-07T15:32:36.659" v="4432" actId="478"/>
          <ac:cxnSpMkLst>
            <pc:docMk/>
            <pc:sldMk cId="413688155" sldId="7975"/>
            <ac:cxnSpMk id="24" creationId="{041DE984-3573-A8B2-1B52-1B3CFB4DBF3D}"/>
          </ac:cxnSpMkLst>
        </pc:cxnChg>
        <pc:cxnChg chg="add mod">
          <ac:chgData name="Paul Daniel Dass Dhanapal" userId="a3b2459a-4399-4c16-b045-c17fbe6bd25c" providerId="ADAL" clId="{98FC4701-10BB-470D-BC1A-FAA02BA1865F}" dt="2026-05-07T15:41:18.990" v="4561" actId="1582"/>
          <ac:cxnSpMkLst>
            <pc:docMk/>
            <pc:sldMk cId="413688155" sldId="7975"/>
            <ac:cxnSpMk id="25" creationId="{8DF641CD-333B-BCAD-BBF1-763EA091C5AF}"/>
          </ac:cxnSpMkLst>
        </pc:cxnChg>
        <pc:cxnChg chg="add mod">
          <ac:chgData name="Paul Daniel Dass Dhanapal" userId="a3b2459a-4399-4c16-b045-c17fbe6bd25c" providerId="ADAL" clId="{98FC4701-10BB-470D-BC1A-FAA02BA1865F}" dt="2026-05-07T15:41:21.158" v="4562" actId="571"/>
          <ac:cxnSpMkLst>
            <pc:docMk/>
            <pc:sldMk cId="413688155" sldId="7975"/>
            <ac:cxnSpMk id="26" creationId="{492D8FD6-0775-F0CA-2AB7-71A49E668917}"/>
          </ac:cxnSpMkLst>
        </pc:cxnChg>
        <pc:cxnChg chg="add mod">
          <ac:chgData name="Paul Daniel Dass Dhanapal" userId="a3b2459a-4399-4c16-b045-c17fbe6bd25c" providerId="ADAL" clId="{98FC4701-10BB-470D-BC1A-FAA02BA1865F}" dt="2026-05-07T15:41:25.253" v="4563" actId="571"/>
          <ac:cxnSpMkLst>
            <pc:docMk/>
            <pc:sldMk cId="413688155" sldId="7975"/>
            <ac:cxnSpMk id="27" creationId="{6867C840-5F7B-5633-8372-74B081AB27C5}"/>
          </ac:cxnSpMkLst>
        </pc:cxnChg>
        <pc:cxnChg chg="del">
          <ac:chgData name="Paul Daniel Dass Dhanapal" userId="a3b2459a-4399-4c16-b045-c17fbe6bd25c" providerId="ADAL" clId="{98FC4701-10BB-470D-BC1A-FAA02BA1865F}" dt="2026-05-07T15:32:36.659" v="4432" actId="478"/>
          <ac:cxnSpMkLst>
            <pc:docMk/>
            <pc:sldMk cId="413688155" sldId="7975"/>
            <ac:cxnSpMk id="30" creationId="{F622869D-D3C3-7F98-F88E-6AC7B0B5EC1A}"/>
          </ac:cxnSpMkLst>
        </pc:cxnChg>
        <pc:cxnChg chg="del">
          <ac:chgData name="Paul Daniel Dass Dhanapal" userId="a3b2459a-4399-4c16-b045-c17fbe6bd25c" providerId="ADAL" clId="{98FC4701-10BB-470D-BC1A-FAA02BA1865F}" dt="2026-05-07T15:32:36.659" v="4432" actId="478"/>
          <ac:cxnSpMkLst>
            <pc:docMk/>
            <pc:sldMk cId="413688155" sldId="7975"/>
            <ac:cxnSpMk id="31" creationId="{60EF60A5-0C4D-7863-84C2-95C524E80AB6}"/>
          </ac:cxnSpMkLst>
        </pc:cxnChg>
        <pc:cxnChg chg="del">
          <ac:chgData name="Paul Daniel Dass Dhanapal" userId="a3b2459a-4399-4c16-b045-c17fbe6bd25c" providerId="ADAL" clId="{98FC4701-10BB-470D-BC1A-FAA02BA1865F}" dt="2026-05-07T15:32:36.659" v="4432" actId="478"/>
          <ac:cxnSpMkLst>
            <pc:docMk/>
            <pc:sldMk cId="413688155" sldId="7975"/>
            <ac:cxnSpMk id="32" creationId="{C6987E37-DD17-E660-FB43-40CA731D556E}"/>
          </ac:cxnSpMkLst>
        </pc:cxnChg>
        <pc:cxnChg chg="del">
          <ac:chgData name="Paul Daniel Dass Dhanapal" userId="a3b2459a-4399-4c16-b045-c17fbe6bd25c" providerId="ADAL" clId="{98FC4701-10BB-470D-BC1A-FAA02BA1865F}" dt="2026-05-07T15:32:36.659" v="4432" actId="478"/>
          <ac:cxnSpMkLst>
            <pc:docMk/>
            <pc:sldMk cId="413688155" sldId="7975"/>
            <ac:cxnSpMk id="33" creationId="{A79845DB-A48F-60C4-CEB2-036C44C3534D}"/>
          </ac:cxnSpMkLst>
        </pc:cxnChg>
        <pc:cxnChg chg="add mod">
          <ac:chgData name="Paul Daniel Dass Dhanapal" userId="a3b2459a-4399-4c16-b045-c17fbe6bd25c" providerId="ADAL" clId="{98FC4701-10BB-470D-BC1A-FAA02BA1865F}" dt="2026-05-07T15:41:40.679" v="4571" actId="1037"/>
          <ac:cxnSpMkLst>
            <pc:docMk/>
            <pc:sldMk cId="413688155" sldId="7975"/>
            <ac:cxnSpMk id="34" creationId="{69C83398-C44A-6BE9-40FF-09CC7B83C1B7}"/>
          </ac:cxnSpMkLst>
        </pc:cxnChg>
        <pc:cxnChg chg="add mod">
          <ac:chgData name="Paul Daniel Dass Dhanapal" userId="a3b2459a-4399-4c16-b045-c17fbe6bd25c" providerId="ADAL" clId="{98FC4701-10BB-470D-BC1A-FAA02BA1865F}" dt="2026-05-07T15:41:40.679" v="4571" actId="1037"/>
          <ac:cxnSpMkLst>
            <pc:docMk/>
            <pc:sldMk cId="413688155" sldId="7975"/>
            <ac:cxnSpMk id="35" creationId="{93D56753-8085-4C04-A0B5-0A7AFD091B75}"/>
          </ac:cxnSpMkLst>
        </pc:cxnChg>
        <pc:cxnChg chg="add mod">
          <ac:chgData name="Paul Daniel Dass Dhanapal" userId="a3b2459a-4399-4c16-b045-c17fbe6bd25c" providerId="ADAL" clId="{98FC4701-10BB-470D-BC1A-FAA02BA1865F}" dt="2026-05-07T15:41:40.679" v="4571" actId="1037"/>
          <ac:cxnSpMkLst>
            <pc:docMk/>
            <pc:sldMk cId="413688155" sldId="7975"/>
            <ac:cxnSpMk id="36" creationId="{5BEE4032-E859-A865-698B-11EAF3861EBE}"/>
          </ac:cxnSpMkLst>
        </pc:cxnChg>
        <pc:cxnChg chg="del">
          <ac:chgData name="Paul Daniel Dass Dhanapal" userId="a3b2459a-4399-4c16-b045-c17fbe6bd25c" providerId="ADAL" clId="{98FC4701-10BB-470D-BC1A-FAA02BA1865F}" dt="2026-05-07T15:32:36.659" v="4432" actId="478"/>
          <ac:cxnSpMkLst>
            <pc:docMk/>
            <pc:sldMk cId="413688155" sldId="7975"/>
            <ac:cxnSpMk id="48" creationId="{D8B98191-D4BC-4B2D-7EE0-2EB5B640A65F}"/>
          </ac:cxnSpMkLst>
        </pc:cxnChg>
        <pc:cxnChg chg="del">
          <ac:chgData name="Paul Daniel Dass Dhanapal" userId="a3b2459a-4399-4c16-b045-c17fbe6bd25c" providerId="ADAL" clId="{98FC4701-10BB-470D-BC1A-FAA02BA1865F}" dt="2026-05-07T15:32:36.659" v="4432" actId="478"/>
          <ac:cxnSpMkLst>
            <pc:docMk/>
            <pc:sldMk cId="413688155" sldId="7975"/>
            <ac:cxnSpMk id="50" creationId="{87FB1F65-75F7-F873-0EBA-D07771E8E83E}"/>
          </ac:cxnSpMkLst>
        </pc:cxnChg>
        <pc:cxnChg chg="del">
          <ac:chgData name="Paul Daniel Dass Dhanapal" userId="a3b2459a-4399-4c16-b045-c17fbe6bd25c" providerId="ADAL" clId="{98FC4701-10BB-470D-BC1A-FAA02BA1865F}" dt="2026-05-07T15:32:36.659" v="4432" actId="478"/>
          <ac:cxnSpMkLst>
            <pc:docMk/>
            <pc:sldMk cId="413688155" sldId="7975"/>
            <ac:cxnSpMk id="51" creationId="{80A06C89-2BCA-4FAA-1125-3F29BDB4959D}"/>
          </ac:cxnSpMkLst>
        </pc:cxnChg>
      </pc:sldChg>
      <pc:sldChg chg="add del">
        <pc:chgData name="Paul Daniel Dass Dhanapal" userId="a3b2459a-4399-4c16-b045-c17fbe6bd25c" providerId="ADAL" clId="{98FC4701-10BB-470D-BC1A-FAA02BA1865F}" dt="2026-05-07T15:19:25.423" v="4345"/>
        <pc:sldMkLst>
          <pc:docMk/>
          <pc:sldMk cId="1272593140" sldId="7975"/>
        </pc:sldMkLst>
      </pc:sldChg>
      <pc:sldChg chg="addSp delSp modSp add mod">
        <pc:chgData name="Paul Daniel Dass Dhanapal" userId="a3b2459a-4399-4c16-b045-c17fbe6bd25c" providerId="ADAL" clId="{98FC4701-10BB-470D-BC1A-FAA02BA1865F}" dt="2026-05-08T11:05:48.813" v="5544"/>
        <pc:sldMkLst>
          <pc:docMk/>
          <pc:sldMk cId="3099587518" sldId="7976"/>
        </pc:sldMkLst>
        <pc:spChg chg="add mod">
          <ac:chgData name="Paul Daniel Dass Dhanapal" userId="a3b2459a-4399-4c16-b045-c17fbe6bd25c" providerId="ADAL" clId="{98FC4701-10BB-470D-BC1A-FAA02BA1865F}" dt="2026-05-08T11:05:48.813" v="5544"/>
          <ac:spMkLst>
            <pc:docMk/>
            <pc:sldMk cId="3099587518" sldId="7976"/>
            <ac:spMk id="3" creationId="{F4CD3B62-A0DD-B76A-8555-652DD2750574}"/>
          </ac:spMkLst>
        </pc:spChg>
        <pc:spChg chg="del">
          <ac:chgData name="Paul Daniel Dass Dhanapal" userId="a3b2459a-4399-4c16-b045-c17fbe6bd25c" providerId="ADAL" clId="{98FC4701-10BB-470D-BC1A-FAA02BA1865F}" dt="2026-05-07T15:45:12.504" v="4646" actId="478"/>
          <ac:spMkLst>
            <pc:docMk/>
            <pc:sldMk cId="3099587518" sldId="7976"/>
            <ac:spMk id="8" creationId="{8FF11B20-90FD-18DE-165A-49688199886B}"/>
          </ac:spMkLst>
        </pc:spChg>
        <pc:spChg chg="del">
          <ac:chgData name="Paul Daniel Dass Dhanapal" userId="a3b2459a-4399-4c16-b045-c17fbe6bd25c" providerId="ADAL" clId="{98FC4701-10BB-470D-BC1A-FAA02BA1865F}" dt="2026-05-07T15:45:12.504" v="4646" actId="478"/>
          <ac:spMkLst>
            <pc:docMk/>
            <pc:sldMk cId="3099587518" sldId="7976"/>
            <ac:spMk id="9" creationId="{0B53524B-5638-CF1F-FF24-843A2155163A}"/>
          </ac:spMkLst>
        </pc:spChg>
        <pc:spChg chg="add mod">
          <ac:chgData name="Paul Daniel Dass Dhanapal" userId="a3b2459a-4399-4c16-b045-c17fbe6bd25c" providerId="ADAL" clId="{98FC4701-10BB-470D-BC1A-FAA02BA1865F}" dt="2026-05-07T15:45:47.217" v="4653" actId="14100"/>
          <ac:spMkLst>
            <pc:docMk/>
            <pc:sldMk cId="3099587518" sldId="7976"/>
            <ac:spMk id="10" creationId="{4795B9CF-C8B4-2062-E659-46BDF056F58A}"/>
          </ac:spMkLst>
        </pc:spChg>
        <pc:spChg chg="add mod">
          <ac:chgData name="Paul Daniel Dass Dhanapal" userId="a3b2459a-4399-4c16-b045-c17fbe6bd25c" providerId="ADAL" clId="{98FC4701-10BB-470D-BC1A-FAA02BA1865F}" dt="2026-05-07T15:46:03.431" v="4657" actId="14100"/>
          <ac:spMkLst>
            <pc:docMk/>
            <pc:sldMk cId="3099587518" sldId="7976"/>
            <ac:spMk id="12" creationId="{E5B465C2-37E5-AF11-D5E8-489B5E42B327}"/>
          </ac:spMkLst>
        </pc:spChg>
        <pc:spChg chg="add mod">
          <ac:chgData name="Paul Daniel Dass Dhanapal" userId="a3b2459a-4399-4c16-b045-c17fbe6bd25c" providerId="ADAL" clId="{98FC4701-10BB-470D-BC1A-FAA02BA1865F}" dt="2026-05-07T15:45:51.329" v="4654" actId="1076"/>
          <ac:spMkLst>
            <pc:docMk/>
            <pc:sldMk cId="3099587518" sldId="7976"/>
            <ac:spMk id="13" creationId="{0547D074-9C57-EB73-1DA8-5CEBFB4A33C6}"/>
          </ac:spMkLst>
        </pc:spChg>
        <pc:spChg chg="add mod">
          <ac:chgData name="Paul Daniel Dass Dhanapal" userId="a3b2459a-4399-4c16-b045-c17fbe6bd25c" providerId="ADAL" clId="{98FC4701-10BB-470D-BC1A-FAA02BA1865F}" dt="2026-05-07T15:46:08.351" v="4658" actId="1076"/>
          <ac:spMkLst>
            <pc:docMk/>
            <pc:sldMk cId="3099587518" sldId="7976"/>
            <ac:spMk id="14" creationId="{F67C2D4D-2F19-29DB-87BE-F85B41E7A284}"/>
          </ac:spMkLst>
        </pc:spChg>
        <pc:spChg chg="mod">
          <ac:chgData name="Paul Daniel Dass Dhanapal" userId="a3b2459a-4399-4c16-b045-c17fbe6bd25c" providerId="ADAL" clId="{98FC4701-10BB-470D-BC1A-FAA02BA1865F}" dt="2026-05-07T15:52:15.302" v="4722" actId="20577"/>
          <ac:spMkLst>
            <pc:docMk/>
            <pc:sldMk cId="3099587518" sldId="7976"/>
            <ac:spMk id="18" creationId="{B2C234D9-11B1-8F56-3DA4-0F5A537AA963}"/>
          </ac:spMkLst>
        </pc:spChg>
        <pc:spChg chg="add mod">
          <ac:chgData name="Paul Daniel Dass Dhanapal" userId="a3b2459a-4399-4c16-b045-c17fbe6bd25c" providerId="ADAL" clId="{98FC4701-10BB-470D-BC1A-FAA02BA1865F}" dt="2026-05-07T15:52:33.466" v="4727" actId="14100"/>
          <ac:spMkLst>
            <pc:docMk/>
            <pc:sldMk cId="3099587518" sldId="7976"/>
            <ac:spMk id="19" creationId="{1BAD6D87-9203-DB8C-9607-E27D443D2D63}"/>
          </ac:spMkLst>
        </pc:spChg>
        <pc:spChg chg="del">
          <ac:chgData name="Paul Daniel Dass Dhanapal" userId="a3b2459a-4399-4c16-b045-c17fbe6bd25c" providerId="ADAL" clId="{98FC4701-10BB-470D-BC1A-FAA02BA1865F}" dt="2026-05-08T11:04:46.709" v="5528" actId="478"/>
          <ac:spMkLst>
            <pc:docMk/>
            <pc:sldMk cId="3099587518" sldId="7976"/>
            <ac:spMk id="23" creationId="{655C778D-8EE8-9885-1A2D-5CAF39DB999D}"/>
          </ac:spMkLst>
        </pc:spChg>
        <pc:graphicFrameChg chg="mod modGraphic">
          <ac:chgData name="Paul Daniel Dass Dhanapal" userId="a3b2459a-4399-4c16-b045-c17fbe6bd25c" providerId="ADAL" clId="{98FC4701-10BB-470D-BC1A-FAA02BA1865F}" dt="2026-05-08T10:49:20.062" v="5447"/>
          <ac:graphicFrameMkLst>
            <pc:docMk/>
            <pc:sldMk cId="3099587518" sldId="7976"/>
            <ac:graphicFrameMk id="2" creationId="{699547BF-E456-8880-E479-6E6B0AECE216}"/>
          </ac:graphicFrameMkLst>
        </pc:graphicFrameChg>
        <pc:picChg chg="del">
          <ac:chgData name="Paul Daniel Dass Dhanapal" userId="a3b2459a-4399-4c16-b045-c17fbe6bd25c" providerId="ADAL" clId="{98FC4701-10BB-470D-BC1A-FAA02BA1865F}" dt="2026-05-07T15:45:12.504" v="4646" actId="478"/>
          <ac:picMkLst>
            <pc:docMk/>
            <pc:sldMk cId="3099587518" sldId="7976"/>
            <ac:picMk id="3" creationId="{8178AACC-3F2C-6D44-8A75-2A4C25FC1344}"/>
          </ac:picMkLst>
        </pc:picChg>
        <pc:picChg chg="add mod">
          <ac:chgData name="Paul Daniel Dass Dhanapal" userId="a3b2459a-4399-4c16-b045-c17fbe6bd25c" providerId="ADAL" clId="{98FC4701-10BB-470D-BC1A-FAA02BA1865F}" dt="2026-05-07T15:45:42.849" v="4651" actId="14100"/>
          <ac:picMkLst>
            <pc:docMk/>
            <pc:sldMk cId="3099587518" sldId="7976"/>
            <ac:picMk id="4" creationId="{E38D895F-9584-B8D4-673D-6D575D17FBE9}"/>
          </ac:picMkLst>
        </pc:picChg>
        <pc:picChg chg="add mod">
          <ac:chgData name="Paul Daniel Dass Dhanapal" userId="a3b2459a-4399-4c16-b045-c17fbe6bd25c" providerId="ADAL" clId="{98FC4701-10BB-470D-BC1A-FAA02BA1865F}" dt="2026-05-07T15:50:13.581" v="4706" actId="1076"/>
          <ac:picMkLst>
            <pc:docMk/>
            <pc:sldMk cId="3099587518" sldId="7976"/>
            <ac:picMk id="11" creationId="{E368B76F-DCCC-E0C2-A5FA-99CCC05D4001}"/>
          </ac:picMkLst>
        </pc:picChg>
        <pc:picChg chg="del">
          <ac:chgData name="Paul Daniel Dass Dhanapal" userId="a3b2459a-4399-4c16-b045-c17fbe6bd25c" providerId="ADAL" clId="{98FC4701-10BB-470D-BC1A-FAA02BA1865F}" dt="2026-05-07T15:45:27.028" v="4648" actId="478"/>
          <ac:picMkLst>
            <pc:docMk/>
            <pc:sldMk cId="3099587518" sldId="7976"/>
            <ac:picMk id="15" creationId="{7D3E164D-BB3E-D54E-A30B-E33373E7B482}"/>
          </ac:picMkLst>
        </pc:picChg>
        <pc:picChg chg="add mod modCrop">
          <ac:chgData name="Paul Daniel Dass Dhanapal" userId="a3b2459a-4399-4c16-b045-c17fbe6bd25c" providerId="ADAL" clId="{98FC4701-10BB-470D-BC1A-FAA02BA1865F}" dt="2026-05-07T15:52:27.285" v="4725" actId="1076"/>
          <ac:picMkLst>
            <pc:docMk/>
            <pc:sldMk cId="3099587518" sldId="7976"/>
            <ac:picMk id="16" creationId="{5E533EE8-FED5-ED75-A9D1-74312D6BF413}"/>
          </ac:picMkLst>
        </pc:picChg>
        <pc:picChg chg="del">
          <ac:chgData name="Paul Daniel Dass Dhanapal" userId="a3b2459a-4399-4c16-b045-c17fbe6bd25c" providerId="ADAL" clId="{98FC4701-10BB-470D-BC1A-FAA02BA1865F}" dt="2026-05-07T15:45:27.028" v="4648" actId="478"/>
          <ac:picMkLst>
            <pc:docMk/>
            <pc:sldMk cId="3099587518" sldId="7976"/>
            <ac:picMk id="17" creationId="{599F4502-3BC1-6860-65D4-C98D9470AB06}"/>
          </ac:picMkLst>
        </pc:picChg>
        <pc:cxnChg chg="del">
          <ac:chgData name="Paul Daniel Dass Dhanapal" userId="a3b2459a-4399-4c16-b045-c17fbe6bd25c" providerId="ADAL" clId="{98FC4701-10BB-470D-BC1A-FAA02BA1865F}" dt="2026-05-07T15:45:27.028" v="4648" actId="478"/>
          <ac:cxnSpMkLst>
            <pc:docMk/>
            <pc:sldMk cId="3099587518" sldId="7976"/>
            <ac:cxnSpMk id="25" creationId="{7264B541-1E34-FB4D-59C8-8E07DE35D9FB}"/>
          </ac:cxnSpMkLst>
        </pc:cxnChg>
        <pc:cxnChg chg="del">
          <ac:chgData name="Paul Daniel Dass Dhanapal" userId="a3b2459a-4399-4c16-b045-c17fbe6bd25c" providerId="ADAL" clId="{98FC4701-10BB-470D-BC1A-FAA02BA1865F}" dt="2026-05-07T15:45:27.028" v="4648" actId="478"/>
          <ac:cxnSpMkLst>
            <pc:docMk/>
            <pc:sldMk cId="3099587518" sldId="7976"/>
            <ac:cxnSpMk id="26" creationId="{9F64689A-B16C-E9DE-D0B0-DDBB1DF3F298}"/>
          </ac:cxnSpMkLst>
        </pc:cxnChg>
        <pc:cxnChg chg="del">
          <ac:chgData name="Paul Daniel Dass Dhanapal" userId="a3b2459a-4399-4c16-b045-c17fbe6bd25c" providerId="ADAL" clId="{98FC4701-10BB-470D-BC1A-FAA02BA1865F}" dt="2026-05-07T15:45:27.028" v="4648" actId="478"/>
          <ac:cxnSpMkLst>
            <pc:docMk/>
            <pc:sldMk cId="3099587518" sldId="7976"/>
            <ac:cxnSpMk id="27" creationId="{05715185-3396-0F47-73CA-09CCB1B63EC3}"/>
          </ac:cxnSpMkLst>
        </pc:cxnChg>
        <pc:cxnChg chg="del">
          <ac:chgData name="Paul Daniel Dass Dhanapal" userId="a3b2459a-4399-4c16-b045-c17fbe6bd25c" providerId="ADAL" clId="{98FC4701-10BB-470D-BC1A-FAA02BA1865F}" dt="2026-05-07T15:45:27.028" v="4648" actId="478"/>
          <ac:cxnSpMkLst>
            <pc:docMk/>
            <pc:sldMk cId="3099587518" sldId="7976"/>
            <ac:cxnSpMk id="34" creationId="{5C297EED-E438-383A-6817-1D70B883C2C9}"/>
          </ac:cxnSpMkLst>
        </pc:cxnChg>
        <pc:cxnChg chg="del">
          <ac:chgData name="Paul Daniel Dass Dhanapal" userId="a3b2459a-4399-4c16-b045-c17fbe6bd25c" providerId="ADAL" clId="{98FC4701-10BB-470D-BC1A-FAA02BA1865F}" dt="2026-05-07T15:45:27.028" v="4648" actId="478"/>
          <ac:cxnSpMkLst>
            <pc:docMk/>
            <pc:sldMk cId="3099587518" sldId="7976"/>
            <ac:cxnSpMk id="35" creationId="{B2894DA1-A5C7-8792-1032-BBCF00D2D63A}"/>
          </ac:cxnSpMkLst>
        </pc:cxnChg>
        <pc:cxnChg chg="del">
          <ac:chgData name="Paul Daniel Dass Dhanapal" userId="a3b2459a-4399-4c16-b045-c17fbe6bd25c" providerId="ADAL" clId="{98FC4701-10BB-470D-BC1A-FAA02BA1865F}" dt="2026-05-07T15:45:27.028" v="4648" actId="478"/>
          <ac:cxnSpMkLst>
            <pc:docMk/>
            <pc:sldMk cId="3099587518" sldId="7976"/>
            <ac:cxnSpMk id="36" creationId="{FBE030A2-37B4-FD6D-CE2F-3F1AB342BF9C}"/>
          </ac:cxnSpMkLst>
        </pc:cxnChg>
      </pc:sldChg>
      <pc:sldChg chg="addSp delSp modSp add mod">
        <pc:chgData name="Paul Daniel Dass Dhanapal" userId="a3b2459a-4399-4c16-b045-c17fbe6bd25c" providerId="ADAL" clId="{98FC4701-10BB-470D-BC1A-FAA02BA1865F}" dt="2026-05-08T11:05:33.791" v="5542"/>
        <pc:sldMkLst>
          <pc:docMk/>
          <pc:sldMk cId="69997763" sldId="7977"/>
        </pc:sldMkLst>
        <pc:spChg chg="add mod">
          <ac:chgData name="Paul Daniel Dass Dhanapal" userId="a3b2459a-4399-4c16-b045-c17fbe6bd25c" providerId="ADAL" clId="{98FC4701-10BB-470D-BC1A-FAA02BA1865F}" dt="2026-05-08T11:05:33.791" v="5542"/>
          <ac:spMkLst>
            <pc:docMk/>
            <pc:sldMk cId="69997763" sldId="7977"/>
            <ac:spMk id="3" creationId="{745E4351-6156-0BB9-E0DB-CB4FBBB67FFB}"/>
          </ac:spMkLst>
        </pc:spChg>
        <pc:spChg chg="del">
          <ac:chgData name="Paul Daniel Dass Dhanapal" userId="a3b2459a-4399-4c16-b045-c17fbe6bd25c" providerId="ADAL" clId="{98FC4701-10BB-470D-BC1A-FAA02BA1865F}" dt="2026-05-07T15:53:49.704" v="4755" actId="478"/>
          <ac:spMkLst>
            <pc:docMk/>
            <pc:sldMk cId="69997763" sldId="7977"/>
            <ac:spMk id="9" creationId="{1A35930A-D32D-B1B4-A1B3-29F3611C41C7}"/>
          </ac:spMkLst>
        </pc:spChg>
        <pc:spChg chg="add mod">
          <ac:chgData name="Paul Daniel Dass Dhanapal" userId="a3b2459a-4399-4c16-b045-c17fbe6bd25c" providerId="ADAL" clId="{98FC4701-10BB-470D-BC1A-FAA02BA1865F}" dt="2026-05-07T15:54:00.712" v="4757" actId="1076"/>
          <ac:spMkLst>
            <pc:docMk/>
            <pc:sldMk cId="69997763" sldId="7977"/>
            <ac:spMk id="11" creationId="{2D6CDC75-55F7-8485-E4F9-7777CFBA4F17}"/>
          </ac:spMkLst>
        </pc:spChg>
        <pc:spChg chg="del">
          <ac:chgData name="Paul Daniel Dass Dhanapal" userId="a3b2459a-4399-4c16-b045-c17fbe6bd25c" providerId="ADAL" clId="{98FC4701-10BB-470D-BC1A-FAA02BA1865F}" dt="2026-05-08T11:04:49.471" v="5529" actId="478"/>
          <ac:spMkLst>
            <pc:docMk/>
            <pc:sldMk cId="69997763" sldId="7977"/>
            <ac:spMk id="23" creationId="{98EF0C59-4D22-5058-621A-3A69C82A01F4}"/>
          </ac:spMkLst>
        </pc:spChg>
        <pc:graphicFrameChg chg="mod modGraphic">
          <ac:chgData name="Paul Daniel Dass Dhanapal" userId="a3b2459a-4399-4c16-b045-c17fbe6bd25c" providerId="ADAL" clId="{98FC4701-10BB-470D-BC1A-FAA02BA1865F}" dt="2026-05-08T10:49:23.728" v="5448"/>
          <ac:graphicFrameMkLst>
            <pc:docMk/>
            <pc:sldMk cId="69997763" sldId="7977"/>
            <ac:graphicFrameMk id="2" creationId="{302F8299-85A7-35DD-2243-0F9D3D550C30}"/>
          </ac:graphicFrameMkLst>
        </pc:graphicFrameChg>
        <pc:picChg chg="del">
          <ac:chgData name="Paul Daniel Dass Dhanapal" userId="a3b2459a-4399-4c16-b045-c17fbe6bd25c" providerId="ADAL" clId="{98FC4701-10BB-470D-BC1A-FAA02BA1865F}" dt="2026-05-07T15:53:49.704" v="4755" actId="478"/>
          <ac:picMkLst>
            <pc:docMk/>
            <pc:sldMk cId="69997763" sldId="7977"/>
            <ac:picMk id="3" creationId="{9AF5DAD2-E6A7-B4B6-F2FE-625AC5B5B611}"/>
          </ac:picMkLst>
        </pc:picChg>
        <pc:picChg chg="add mod">
          <ac:chgData name="Paul Daniel Dass Dhanapal" userId="a3b2459a-4399-4c16-b045-c17fbe6bd25c" providerId="ADAL" clId="{98FC4701-10BB-470D-BC1A-FAA02BA1865F}" dt="2026-05-07T15:54:00.712" v="4757" actId="1076"/>
          <ac:picMkLst>
            <pc:docMk/>
            <pc:sldMk cId="69997763" sldId="7977"/>
            <ac:picMk id="4" creationId="{60011460-DE2D-1B6C-9F39-F66015ACD163}"/>
          </ac:picMkLst>
        </pc:picChg>
        <pc:picChg chg="add mod">
          <ac:chgData name="Paul Daniel Dass Dhanapal" userId="a3b2459a-4399-4c16-b045-c17fbe6bd25c" providerId="ADAL" clId="{98FC4701-10BB-470D-BC1A-FAA02BA1865F}" dt="2026-05-07T15:54:00.712" v="4757" actId="1076"/>
          <ac:picMkLst>
            <pc:docMk/>
            <pc:sldMk cId="69997763" sldId="7977"/>
            <ac:picMk id="8" creationId="{2ED7C286-6C63-8643-5925-C9A0B191B91A}"/>
          </ac:picMkLst>
        </pc:picChg>
        <pc:cxnChg chg="add mod">
          <ac:chgData name="Paul Daniel Dass Dhanapal" userId="a3b2459a-4399-4c16-b045-c17fbe6bd25c" providerId="ADAL" clId="{98FC4701-10BB-470D-BC1A-FAA02BA1865F}" dt="2026-05-07T15:54:00.712" v="4757" actId="1076"/>
          <ac:cxnSpMkLst>
            <pc:docMk/>
            <pc:sldMk cId="69997763" sldId="7977"/>
            <ac:cxnSpMk id="12" creationId="{758806E7-0119-F5F7-378A-54FA9FE5D817}"/>
          </ac:cxnSpMkLst>
        </pc:cxnChg>
        <pc:cxnChg chg="add mod">
          <ac:chgData name="Paul Daniel Dass Dhanapal" userId="a3b2459a-4399-4c16-b045-c17fbe6bd25c" providerId="ADAL" clId="{98FC4701-10BB-470D-BC1A-FAA02BA1865F}" dt="2026-05-07T15:54:00.712" v="4757" actId="1076"/>
          <ac:cxnSpMkLst>
            <pc:docMk/>
            <pc:sldMk cId="69997763" sldId="7977"/>
            <ac:cxnSpMk id="13" creationId="{FDA2A2A5-FC6E-67A9-DB78-D6100D00D2A4}"/>
          </ac:cxnSpMkLst>
        </pc:cxnChg>
      </pc:sldChg>
      <pc:sldChg chg="addSp delSp modSp add mod">
        <pc:chgData name="Paul Daniel Dass Dhanapal" userId="a3b2459a-4399-4c16-b045-c17fbe6bd25c" providerId="ADAL" clId="{98FC4701-10BB-470D-BC1A-FAA02BA1865F}" dt="2026-05-08T11:05:34.887" v="5543"/>
        <pc:sldMkLst>
          <pc:docMk/>
          <pc:sldMk cId="2188552783" sldId="7978"/>
        </pc:sldMkLst>
        <pc:spChg chg="add mod">
          <ac:chgData name="Paul Daniel Dass Dhanapal" userId="a3b2459a-4399-4c16-b045-c17fbe6bd25c" providerId="ADAL" clId="{98FC4701-10BB-470D-BC1A-FAA02BA1865F}" dt="2026-05-08T11:05:34.887" v="5543"/>
          <ac:spMkLst>
            <pc:docMk/>
            <pc:sldMk cId="2188552783" sldId="7978"/>
            <ac:spMk id="3" creationId="{F99F7A58-3DA8-B79D-00EB-603476E4337D}"/>
          </ac:spMkLst>
        </pc:spChg>
        <pc:spChg chg="del">
          <ac:chgData name="Paul Daniel Dass Dhanapal" userId="a3b2459a-4399-4c16-b045-c17fbe6bd25c" providerId="ADAL" clId="{98FC4701-10BB-470D-BC1A-FAA02BA1865F}" dt="2026-05-07T15:57:37.667" v="4768" actId="478"/>
          <ac:spMkLst>
            <pc:docMk/>
            <pc:sldMk cId="2188552783" sldId="7978"/>
            <ac:spMk id="8" creationId="{068BE948-1D9A-2EA6-F423-02D0A994E15A}"/>
          </ac:spMkLst>
        </pc:spChg>
        <pc:spChg chg="del">
          <ac:chgData name="Paul Daniel Dass Dhanapal" userId="a3b2459a-4399-4c16-b045-c17fbe6bd25c" providerId="ADAL" clId="{98FC4701-10BB-470D-BC1A-FAA02BA1865F}" dt="2026-05-07T15:57:37.667" v="4768" actId="478"/>
          <ac:spMkLst>
            <pc:docMk/>
            <pc:sldMk cId="2188552783" sldId="7978"/>
            <ac:spMk id="9" creationId="{618AFF40-EF23-C9A3-6D4C-45624A59CF32}"/>
          </ac:spMkLst>
        </pc:spChg>
        <pc:spChg chg="add mod">
          <ac:chgData name="Paul Daniel Dass Dhanapal" userId="a3b2459a-4399-4c16-b045-c17fbe6bd25c" providerId="ADAL" clId="{98FC4701-10BB-470D-BC1A-FAA02BA1865F}" dt="2026-05-07T15:57:46.642" v="4770" actId="1076"/>
          <ac:spMkLst>
            <pc:docMk/>
            <pc:sldMk cId="2188552783" sldId="7978"/>
            <ac:spMk id="12" creationId="{968992B9-3D1A-FF31-5A2C-418D26397E4D}"/>
          </ac:spMkLst>
        </pc:spChg>
        <pc:spChg chg="add mod">
          <ac:chgData name="Paul Daniel Dass Dhanapal" userId="a3b2459a-4399-4c16-b045-c17fbe6bd25c" providerId="ADAL" clId="{98FC4701-10BB-470D-BC1A-FAA02BA1865F}" dt="2026-05-07T15:58:11.218" v="4773" actId="164"/>
          <ac:spMkLst>
            <pc:docMk/>
            <pc:sldMk cId="2188552783" sldId="7978"/>
            <ac:spMk id="16" creationId="{D11DA096-99AF-23E3-4CC4-65A9BF149CF5}"/>
          </ac:spMkLst>
        </pc:spChg>
        <pc:spChg chg="mod">
          <ac:chgData name="Paul Daniel Dass Dhanapal" userId="a3b2459a-4399-4c16-b045-c17fbe6bd25c" providerId="ADAL" clId="{98FC4701-10BB-470D-BC1A-FAA02BA1865F}" dt="2026-05-07T15:58:22.004" v="4774"/>
          <ac:spMkLst>
            <pc:docMk/>
            <pc:sldMk cId="2188552783" sldId="7978"/>
            <ac:spMk id="18" creationId="{33FD3181-8578-0592-F284-79B476D976E1}"/>
          </ac:spMkLst>
        </pc:spChg>
        <pc:spChg chg="add mod">
          <ac:chgData name="Paul Daniel Dass Dhanapal" userId="a3b2459a-4399-4c16-b045-c17fbe6bd25c" providerId="ADAL" clId="{98FC4701-10BB-470D-BC1A-FAA02BA1865F}" dt="2026-05-07T15:58:11.218" v="4773" actId="164"/>
          <ac:spMkLst>
            <pc:docMk/>
            <pc:sldMk cId="2188552783" sldId="7978"/>
            <ac:spMk id="19" creationId="{8C3D3D85-6983-EAF2-6E10-EB3F354BFB7F}"/>
          </ac:spMkLst>
        </pc:spChg>
        <pc:spChg chg="del">
          <ac:chgData name="Paul Daniel Dass Dhanapal" userId="a3b2459a-4399-4c16-b045-c17fbe6bd25c" providerId="ADAL" clId="{98FC4701-10BB-470D-BC1A-FAA02BA1865F}" dt="2026-05-08T11:04:52.601" v="5530" actId="478"/>
          <ac:spMkLst>
            <pc:docMk/>
            <pc:sldMk cId="2188552783" sldId="7978"/>
            <ac:spMk id="23" creationId="{7E72D0DD-A7E4-BA02-0098-D0CE209D226F}"/>
          </ac:spMkLst>
        </pc:spChg>
        <pc:grpChg chg="add mod">
          <ac:chgData name="Paul Daniel Dass Dhanapal" userId="a3b2459a-4399-4c16-b045-c17fbe6bd25c" providerId="ADAL" clId="{98FC4701-10BB-470D-BC1A-FAA02BA1865F}" dt="2026-05-08T06:50:06.851" v="4964" actId="1076"/>
          <ac:grpSpMkLst>
            <pc:docMk/>
            <pc:sldMk cId="2188552783" sldId="7978"/>
            <ac:grpSpMk id="21" creationId="{AA31261D-A22A-FBD5-EB9D-1B335C4FA032}"/>
          </ac:grpSpMkLst>
        </pc:grpChg>
        <pc:graphicFrameChg chg="mod modGraphic">
          <ac:chgData name="Paul Daniel Dass Dhanapal" userId="a3b2459a-4399-4c16-b045-c17fbe6bd25c" providerId="ADAL" clId="{98FC4701-10BB-470D-BC1A-FAA02BA1865F}" dt="2026-05-08T10:49:27.208" v="5449"/>
          <ac:graphicFrameMkLst>
            <pc:docMk/>
            <pc:sldMk cId="2188552783" sldId="7978"/>
            <ac:graphicFrameMk id="2" creationId="{0D3F1445-E10A-BAAD-D435-3D5316D069FE}"/>
          </ac:graphicFrameMkLst>
        </pc:graphicFrameChg>
        <pc:picChg chg="del">
          <ac:chgData name="Paul Daniel Dass Dhanapal" userId="a3b2459a-4399-4c16-b045-c17fbe6bd25c" providerId="ADAL" clId="{98FC4701-10BB-470D-BC1A-FAA02BA1865F}" dt="2026-05-07T15:57:37.667" v="4768" actId="478"/>
          <ac:picMkLst>
            <pc:docMk/>
            <pc:sldMk cId="2188552783" sldId="7978"/>
            <ac:picMk id="3" creationId="{5CCB9B7F-5DC8-9BCC-EED8-6CD796FAAD39}"/>
          </ac:picMkLst>
        </pc:picChg>
        <pc:picChg chg="add mod">
          <ac:chgData name="Paul Daniel Dass Dhanapal" userId="a3b2459a-4399-4c16-b045-c17fbe6bd25c" providerId="ADAL" clId="{98FC4701-10BB-470D-BC1A-FAA02BA1865F}" dt="2026-05-07T15:57:46.642" v="4770" actId="1076"/>
          <ac:picMkLst>
            <pc:docMk/>
            <pc:sldMk cId="2188552783" sldId="7978"/>
            <ac:picMk id="4" creationId="{FD914A62-C84A-DA4D-627A-E61DF6F38D3E}"/>
          </ac:picMkLst>
        </pc:picChg>
        <pc:picChg chg="add mod">
          <ac:chgData name="Paul Daniel Dass Dhanapal" userId="a3b2459a-4399-4c16-b045-c17fbe6bd25c" providerId="ADAL" clId="{98FC4701-10BB-470D-BC1A-FAA02BA1865F}" dt="2026-05-07T15:57:46.642" v="4770" actId="1076"/>
          <ac:picMkLst>
            <pc:docMk/>
            <pc:sldMk cId="2188552783" sldId="7978"/>
            <ac:picMk id="10" creationId="{0AF4DF90-4AEF-4623-AD05-17A1D1E8CBDA}"/>
          </ac:picMkLst>
        </pc:picChg>
        <pc:picChg chg="add mod">
          <ac:chgData name="Paul Daniel Dass Dhanapal" userId="a3b2459a-4399-4c16-b045-c17fbe6bd25c" providerId="ADAL" clId="{98FC4701-10BB-470D-BC1A-FAA02BA1865F}" dt="2026-05-07T15:57:46.642" v="4770" actId="1076"/>
          <ac:picMkLst>
            <pc:docMk/>
            <pc:sldMk cId="2188552783" sldId="7978"/>
            <ac:picMk id="11" creationId="{4895BDB1-DA41-A822-09EF-4EA5F7DE1BDA}"/>
          </ac:picMkLst>
        </pc:picChg>
        <pc:picChg chg="del">
          <ac:chgData name="Paul Daniel Dass Dhanapal" userId="a3b2459a-4399-4c16-b045-c17fbe6bd25c" providerId="ADAL" clId="{98FC4701-10BB-470D-BC1A-FAA02BA1865F}" dt="2026-05-07T15:58:05.896" v="4771" actId="478"/>
          <ac:picMkLst>
            <pc:docMk/>
            <pc:sldMk cId="2188552783" sldId="7978"/>
            <ac:picMk id="15" creationId="{1A742F6B-D6A8-8CDF-BD5B-0F6A3E19E91A}"/>
          </ac:picMkLst>
        </pc:picChg>
        <pc:picChg chg="del">
          <ac:chgData name="Paul Daniel Dass Dhanapal" userId="a3b2459a-4399-4c16-b045-c17fbe6bd25c" providerId="ADAL" clId="{98FC4701-10BB-470D-BC1A-FAA02BA1865F}" dt="2026-05-07T15:58:05.896" v="4771" actId="478"/>
          <ac:picMkLst>
            <pc:docMk/>
            <pc:sldMk cId="2188552783" sldId="7978"/>
            <ac:picMk id="17" creationId="{A16201D0-0824-95C1-393E-4687A2B6CF5A}"/>
          </ac:picMkLst>
        </pc:picChg>
        <pc:picChg chg="add mod modCrop">
          <ac:chgData name="Paul Daniel Dass Dhanapal" userId="a3b2459a-4399-4c16-b045-c17fbe6bd25c" providerId="ADAL" clId="{98FC4701-10BB-470D-BC1A-FAA02BA1865F}" dt="2026-05-08T06:50:31.107" v="4979" actId="1037"/>
          <ac:picMkLst>
            <pc:docMk/>
            <pc:sldMk cId="2188552783" sldId="7978"/>
            <ac:picMk id="28" creationId="{C22B30FA-17A2-7B6B-2D40-1824D07213BB}"/>
          </ac:picMkLst>
        </pc:picChg>
        <pc:cxnChg chg="add mod">
          <ac:chgData name="Paul Daniel Dass Dhanapal" userId="a3b2459a-4399-4c16-b045-c17fbe6bd25c" providerId="ADAL" clId="{98FC4701-10BB-470D-BC1A-FAA02BA1865F}" dt="2026-05-07T15:57:46.642" v="4770" actId="1076"/>
          <ac:cxnSpMkLst>
            <pc:docMk/>
            <pc:sldMk cId="2188552783" sldId="7978"/>
            <ac:cxnSpMk id="13" creationId="{6C37520D-ABD5-2F45-203D-EB9942FCD54F}"/>
          </ac:cxnSpMkLst>
        </pc:cxnChg>
        <pc:cxnChg chg="add mod">
          <ac:chgData name="Paul Daniel Dass Dhanapal" userId="a3b2459a-4399-4c16-b045-c17fbe6bd25c" providerId="ADAL" clId="{98FC4701-10BB-470D-BC1A-FAA02BA1865F}" dt="2026-05-07T15:57:46.642" v="4770" actId="1076"/>
          <ac:cxnSpMkLst>
            <pc:docMk/>
            <pc:sldMk cId="2188552783" sldId="7978"/>
            <ac:cxnSpMk id="14" creationId="{F420B357-0147-FBB0-FEDB-BDF252FADCAF}"/>
          </ac:cxnSpMkLst>
        </pc:cxnChg>
        <pc:cxnChg chg="add mod">
          <ac:chgData name="Paul Daniel Dass Dhanapal" userId="a3b2459a-4399-4c16-b045-c17fbe6bd25c" providerId="ADAL" clId="{98FC4701-10BB-470D-BC1A-FAA02BA1865F}" dt="2026-05-07T15:58:11.218" v="4773" actId="164"/>
          <ac:cxnSpMkLst>
            <pc:docMk/>
            <pc:sldMk cId="2188552783" sldId="7978"/>
            <ac:cxnSpMk id="20" creationId="{B1D4E63B-ED2D-F87F-2029-E40A435A84FE}"/>
          </ac:cxnSpMkLst>
        </pc:cxnChg>
        <pc:cxnChg chg="del">
          <ac:chgData name="Paul Daniel Dass Dhanapal" userId="a3b2459a-4399-4c16-b045-c17fbe6bd25c" providerId="ADAL" clId="{98FC4701-10BB-470D-BC1A-FAA02BA1865F}" dt="2026-05-07T15:58:05.896" v="4771" actId="478"/>
          <ac:cxnSpMkLst>
            <pc:docMk/>
            <pc:sldMk cId="2188552783" sldId="7978"/>
            <ac:cxnSpMk id="25" creationId="{0883B9B9-342C-6F99-134B-E181ED979464}"/>
          </ac:cxnSpMkLst>
        </pc:cxnChg>
        <pc:cxnChg chg="del">
          <ac:chgData name="Paul Daniel Dass Dhanapal" userId="a3b2459a-4399-4c16-b045-c17fbe6bd25c" providerId="ADAL" clId="{98FC4701-10BB-470D-BC1A-FAA02BA1865F}" dt="2026-05-07T15:58:05.896" v="4771" actId="478"/>
          <ac:cxnSpMkLst>
            <pc:docMk/>
            <pc:sldMk cId="2188552783" sldId="7978"/>
            <ac:cxnSpMk id="26" creationId="{717D0D1A-2EB1-C4C2-1942-2245C913D042}"/>
          </ac:cxnSpMkLst>
        </pc:cxnChg>
        <pc:cxnChg chg="del">
          <ac:chgData name="Paul Daniel Dass Dhanapal" userId="a3b2459a-4399-4c16-b045-c17fbe6bd25c" providerId="ADAL" clId="{98FC4701-10BB-470D-BC1A-FAA02BA1865F}" dt="2026-05-07T15:58:05.896" v="4771" actId="478"/>
          <ac:cxnSpMkLst>
            <pc:docMk/>
            <pc:sldMk cId="2188552783" sldId="7978"/>
            <ac:cxnSpMk id="27" creationId="{1B97F89B-D393-9503-602D-3106F409A9AE}"/>
          </ac:cxnSpMkLst>
        </pc:cxnChg>
        <pc:cxnChg chg="del">
          <ac:chgData name="Paul Daniel Dass Dhanapal" userId="a3b2459a-4399-4c16-b045-c17fbe6bd25c" providerId="ADAL" clId="{98FC4701-10BB-470D-BC1A-FAA02BA1865F}" dt="2026-05-07T15:58:05.896" v="4771" actId="478"/>
          <ac:cxnSpMkLst>
            <pc:docMk/>
            <pc:sldMk cId="2188552783" sldId="7978"/>
            <ac:cxnSpMk id="34" creationId="{F0B66F7B-C499-D8EF-F4E9-E9D7888047E1}"/>
          </ac:cxnSpMkLst>
        </pc:cxnChg>
        <pc:cxnChg chg="del">
          <ac:chgData name="Paul Daniel Dass Dhanapal" userId="a3b2459a-4399-4c16-b045-c17fbe6bd25c" providerId="ADAL" clId="{98FC4701-10BB-470D-BC1A-FAA02BA1865F}" dt="2026-05-07T15:58:05.896" v="4771" actId="478"/>
          <ac:cxnSpMkLst>
            <pc:docMk/>
            <pc:sldMk cId="2188552783" sldId="7978"/>
            <ac:cxnSpMk id="35" creationId="{F37F87C0-2C78-4A47-9660-B878FBC2A57B}"/>
          </ac:cxnSpMkLst>
        </pc:cxnChg>
        <pc:cxnChg chg="del">
          <ac:chgData name="Paul Daniel Dass Dhanapal" userId="a3b2459a-4399-4c16-b045-c17fbe6bd25c" providerId="ADAL" clId="{98FC4701-10BB-470D-BC1A-FAA02BA1865F}" dt="2026-05-07T15:58:05.896" v="4771" actId="478"/>
          <ac:cxnSpMkLst>
            <pc:docMk/>
            <pc:sldMk cId="2188552783" sldId="7978"/>
            <ac:cxnSpMk id="36" creationId="{CE68E575-AF42-1455-DE5A-45F15D1C5911}"/>
          </ac:cxnSpMkLst>
        </pc:cxnChg>
      </pc:sldChg>
      <pc:sldChg chg="delSp modSp add mod">
        <pc:chgData name="Paul Daniel Dass Dhanapal" userId="a3b2459a-4399-4c16-b045-c17fbe6bd25c" providerId="ADAL" clId="{98FC4701-10BB-470D-BC1A-FAA02BA1865F}" dt="2026-05-08T11:06:30.349" v="5547" actId="403"/>
        <pc:sldMkLst>
          <pc:docMk/>
          <pc:sldMk cId="641711921" sldId="7979"/>
        </pc:sldMkLst>
        <pc:spChg chg="del mod">
          <ac:chgData name="Paul Daniel Dass Dhanapal" userId="a3b2459a-4399-4c16-b045-c17fbe6bd25c" providerId="ADAL" clId="{98FC4701-10BB-470D-BC1A-FAA02BA1865F}" dt="2026-05-08T06:03:29.227" v="4807" actId="478"/>
          <ac:spMkLst>
            <pc:docMk/>
            <pc:sldMk cId="641711921" sldId="7979"/>
            <ac:spMk id="2" creationId="{B9C381D9-772B-50CF-05F1-862B22BB101C}"/>
          </ac:spMkLst>
        </pc:spChg>
        <pc:graphicFrameChg chg="modGraphic">
          <ac:chgData name="Paul Daniel Dass Dhanapal" userId="a3b2459a-4399-4c16-b045-c17fbe6bd25c" providerId="ADAL" clId="{98FC4701-10BB-470D-BC1A-FAA02BA1865F}" dt="2026-05-08T11:06:30.349" v="5547" actId="403"/>
          <ac:graphicFrameMkLst>
            <pc:docMk/>
            <pc:sldMk cId="641711921" sldId="7979"/>
            <ac:graphicFrameMk id="4" creationId="{1FF22815-69A6-331C-EF54-3753D63352E6}"/>
          </ac:graphicFrameMkLst>
        </pc:graphicFrameChg>
      </pc:sldChg>
      <pc:sldChg chg="addSp delSp modSp add del mod">
        <pc:chgData name="Paul Daniel Dass Dhanapal" userId="a3b2459a-4399-4c16-b045-c17fbe6bd25c" providerId="ADAL" clId="{98FC4701-10BB-470D-BC1A-FAA02BA1865F}" dt="2026-05-08T06:50:46.541" v="4980" actId="47"/>
        <pc:sldMkLst>
          <pc:docMk/>
          <pc:sldMk cId="3814091539" sldId="7980"/>
        </pc:sldMkLst>
        <pc:spChg chg="del">
          <ac:chgData name="Paul Daniel Dass Dhanapal" userId="a3b2459a-4399-4c16-b045-c17fbe6bd25c" providerId="ADAL" clId="{98FC4701-10BB-470D-BC1A-FAA02BA1865F}" dt="2026-05-08T06:45:23.066" v="4881" actId="478"/>
          <ac:spMkLst>
            <pc:docMk/>
            <pc:sldMk cId="3814091539" sldId="7980"/>
            <ac:spMk id="3" creationId="{FA7CAD0F-C14D-9285-4789-93F1F60BB78A}"/>
          </ac:spMkLst>
        </pc:spChg>
        <pc:spChg chg="mod topLvl">
          <ac:chgData name="Paul Daniel Dass Dhanapal" userId="a3b2459a-4399-4c16-b045-c17fbe6bd25c" providerId="ADAL" clId="{98FC4701-10BB-470D-BC1A-FAA02BA1865F}" dt="2026-05-08T06:47:52.083" v="4938" actId="339"/>
          <ac:spMkLst>
            <pc:docMk/>
            <pc:sldMk cId="3814091539" sldId="7980"/>
            <ac:spMk id="6" creationId="{410530A1-DF2B-82F3-2A2B-1D4D75B6E343}"/>
          </ac:spMkLst>
        </pc:spChg>
        <pc:spChg chg="mod topLvl">
          <ac:chgData name="Paul Daniel Dass Dhanapal" userId="a3b2459a-4399-4c16-b045-c17fbe6bd25c" providerId="ADAL" clId="{98FC4701-10BB-470D-BC1A-FAA02BA1865F}" dt="2026-05-08T06:49:07.674" v="4956" actId="339"/>
          <ac:spMkLst>
            <pc:docMk/>
            <pc:sldMk cId="3814091539" sldId="7980"/>
            <ac:spMk id="7" creationId="{355EFEEF-110A-78F3-E131-62C22F75F938}"/>
          </ac:spMkLst>
        </pc:spChg>
        <pc:spChg chg="add del mod">
          <ac:chgData name="Paul Daniel Dass Dhanapal" userId="a3b2459a-4399-4c16-b045-c17fbe6bd25c" providerId="ADAL" clId="{98FC4701-10BB-470D-BC1A-FAA02BA1865F}" dt="2026-05-08T06:45:26.632" v="4882" actId="478"/>
          <ac:spMkLst>
            <pc:docMk/>
            <pc:sldMk cId="3814091539" sldId="7980"/>
            <ac:spMk id="10" creationId="{47D137A5-17B8-C96D-E2CF-209B7C1FC32D}"/>
          </ac:spMkLst>
        </pc:spChg>
        <pc:grpChg chg="add del mod">
          <ac:chgData name="Paul Daniel Dass Dhanapal" userId="a3b2459a-4399-4c16-b045-c17fbe6bd25c" providerId="ADAL" clId="{98FC4701-10BB-470D-BC1A-FAA02BA1865F}" dt="2026-05-08T06:45:35.037" v="4884" actId="165"/>
          <ac:grpSpMkLst>
            <pc:docMk/>
            <pc:sldMk cId="3814091539" sldId="7980"/>
            <ac:grpSpMk id="2" creationId="{46131C56-7C01-39CA-2C91-C3BA02711BD4}"/>
          </ac:grpSpMkLst>
        </pc:grpChg>
        <pc:cxnChg chg="mod topLvl">
          <ac:chgData name="Paul Daniel Dass Dhanapal" userId="a3b2459a-4399-4c16-b045-c17fbe6bd25c" providerId="ADAL" clId="{98FC4701-10BB-470D-BC1A-FAA02BA1865F}" dt="2026-05-08T06:49:21.645" v="4959" actId="1582"/>
          <ac:cxnSpMkLst>
            <pc:docMk/>
            <pc:sldMk cId="3814091539" sldId="7980"/>
            <ac:cxnSpMk id="8" creationId="{6D9DD2F0-295B-FB22-77A3-F8E634B8D1AE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9C8D12-FB9E-CE04-9744-991E83080A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8145" cy="46574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BE9937-1BF3-5B47-2694-386433E4BE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734" y="1"/>
            <a:ext cx="3038145" cy="46574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7BF25C-74A8-43C6-9E13-32BD74EB4183}" type="datetimeFigureOut">
              <a:rPr lang="en-US" smtClean="0">
                <a:latin typeface="Tahoma" panose="020B0604030504040204" pitchFamily="34" charset="0"/>
              </a:rPr>
              <a:t>5/8/2026</a:t>
            </a:fld>
            <a:endParaRPr lang="en-US">
              <a:latin typeface="Tahoma" panose="020B060403050404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8AC15F-EF46-CB35-8A1D-8BDE3A699B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8830658"/>
            <a:ext cx="3038145" cy="46574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Tahoma" panose="020B060403050404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42919-F1C8-C96C-E167-303132C7E5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734" y="8830658"/>
            <a:ext cx="3038145" cy="46574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7264D3-CDE4-4F83-B421-3A70C0251F37}" type="slidenum">
              <a:rPr lang="en-US" smtClean="0">
                <a:latin typeface="Tahoma" panose="020B0604030504040204" pitchFamily="34" charset="0"/>
              </a:rPr>
              <a:t>‹#›</a:t>
            </a:fld>
            <a:endParaRPr 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2815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>
                <a:latin typeface="Tahoma" panose="020B0604030504040204" pitchFamily="34" charset="0"/>
              </a:defRPr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>
                <a:latin typeface="Tahoma" panose="020B0604030504040204" pitchFamily="34" charset="0"/>
              </a:defRPr>
            </a:lvl1pPr>
          </a:lstStyle>
          <a:p>
            <a:fld id="{148B7922-2BF3-4C70-8D9D-A17DB7837224}" type="datetimeFigureOut">
              <a:rPr lang="en-AE" smtClean="0"/>
              <a:pPr/>
              <a:t>08/05/2026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73893"/>
            <a:ext cx="5608320" cy="3660458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>
                <a:latin typeface="Tahoma" panose="020B0604030504040204" pitchFamily="34" charset="0"/>
              </a:defRPr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>
                <a:latin typeface="Tahoma" panose="020B0604030504040204" pitchFamily="34" charset="0"/>
              </a:defRPr>
            </a:lvl1pPr>
          </a:lstStyle>
          <a:p>
            <a:fld id="{194693C3-504E-459B-8A7A-494BAE52D0D2}" type="slidenum">
              <a:rPr lang="en-AE" smtClean="0"/>
              <a:pPr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5581821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4A9FB-7116-BC7D-0872-A07FBD837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FA01C-6562-7A81-A682-3AB2C3554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5C40E68-28F2-F131-24F7-7E8716F08289}"/>
              </a:ext>
            </a:extLst>
          </p:cNvPr>
          <p:cNvGrpSpPr/>
          <p:nvPr userDrawn="1"/>
        </p:nvGrpSpPr>
        <p:grpSpPr>
          <a:xfrm>
            <a:off x="171450" y="0"/>
            <a:ext cx="12020550" cy="6667500"/>
            <a:chOff x="171450" y="0"/>
            <a:chExt cx="12020550" cy="66675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EA807DF-A849-0F30-4BBC-B78214985073}"/>
                </a:ext>
              </a:extLst>
            </p:cNvPr>
            <p:cNvSpPr/>
            <p:nvPr/>
          </p:nvSpPr>
          <p:spPr>
            <a:xfrm>
              <a:off x="171450" y="241300"/>
              <a:ext cx="11849100" cy="6426200"/>
            </a:xfrm>
            <a:prstGeom prst="rect">
              <a:avLst/>
            </a:prstGeom>
            <a:noFill/>
            <a:ln w="1905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>
                <a:latin typeface="Tahoma" panose="020B0604030504040204" pitchFamily="34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A6DB29F-27AF-9045-35DE-D73FB22B8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24502" y="0"/>
              <a:ext cx="467498" cy="661283"/>
            </a:xfrm>
            <a:prstGeom prst="rect">
              <a:avLst/>
            </a:prstGeom>
          </p:spPr>
        </p:pic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BF7346C3-D3F1-4391-0361-677FFD91C7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67500"/>
            <a:ext cx="1061111" cy="19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AE" sz="11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r>
              <a:rPr lang="en-AE"/>
              <a:t>5-May-26</a:t>
            </a:r>
            <a:endParaRPr lang="en-US" sz="110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5067939-C3D0-D25C-8154-820DFA6DD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3640" y="6667500"/>
            <a:ext cx="498360" cy="19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AE"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4E2CB364-61B8-4529-A871-582E53A6D800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4E9C6AE-E43D-DF50-722E-ACFAFCE56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21170" y="6667500"/>
            <a:ext cx="4114800" cy="19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AE"/>
              <a:t>Sobha Constructions LLC</a:t>
            </a:r>
            <a:endParaRPr lang="en-AE" sz="1100"/>
          </a:p>
        </p:txBody>
      </p:sp>
    </p:spTree>
    <p:extLst>
      <p:ext uri="{BB962C8B-B14F-4D97-AF65-F5344CB8AC3E}">
        <p14:creationId xmlns:p14="http://schemas.microsoft.com/office/powerpoint/2010/main" val="415556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0E488-629F-3505-FDD2-2DF80FC61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147411-BC20-743B-6DB4-D823C40584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93DB63D-6C26-F730-6096-06959A6A3D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820479" y="65795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AE"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r>
              <a:rPr lang="en-AE"/>
              <a:t>5-May-26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AC1BE7B-4592-8B2F-ABE1-1CE699D8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3640" y="6631908"/>
            <a:ext cx="590320" cy="260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AE"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4E2CB364-61B8-4529-A871-582E53A6D800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EFD861EE-D47D-EE91-E84D-C08EA9C55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21170" y="657952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AE"/>
              <a:t>Sobha Constructions LLC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E826CC1-5FB3-04B4-A906-08F3F248C367}"/>
              </a:ext>
            </a:extLst>
          </p:cNvPr>
          <p:cNvGrpSpPr/>
          <p:nvPr userDrawn="1"/>
        </p:nvGrpSpPr>
        <p:grpSpPr>
          <a:xfrm>
            <a:off x="105878" y="0"/>
            <a:ext cx="12086122" cy="6667501"/>
            <a:chOff x="139700" y="68342"/>
            <a:chExt cx="12051968" cy="659915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B218034-E1A6-71A0-03DB-052A6DA31F6A}"/>
                </a:ext>
              </a:extLst>
            </p:cNvPr>
            <p:cNvSpPr/>
            <p:nvPr/>
          </p:nvSpPr>
          <p:spPr>
            <a:xfrm>
              <a:off x="139700" y="241300"/>
              <a:ext cx="11949589" cy="6426200"/>
            </a:xfrm>
            <a:prstGeom prst="rect">
              <a:avLst/>
            </a:prstGeom>
            <a:noFill/>
            <a:ln w="1905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>
                <a:latin typeface="Tahoma" panose="020B0604030504040204" pitchFamily="34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EF9C5D6-0CB5-7D62-C5C0-992049C34D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94716" y="68342"/>
              <a:ext cx="496952" cy="702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5682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CD3F7-5AB5-999C-83A3-0FEF73C43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AF96E-27E3-2C66-2613-66D28EB69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698C6-32DB-C570-AB21-53553FAB7C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820479" y="65795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AE"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r>
              <a:rPr lang="en-AE"/>
              <a:t>5-May-26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F3D912-2AD0-6F11-E1A7-8AE8E3F8C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3640" y="6631908"/>
            <a:ext cx="590320" cy="260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AE"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4E2CB364-61B8-4529-A871-582E53A6D800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8B8B116-0428-5716-B60F-173D4B3F5E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21170" y="657952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AE"/>
              <a:t>Sobha Constructions LLC</a:t>
            </a:r>
          </a:p>
        </p:txBody>
      </p:sp>
    </p:spTree>
    <p:extLst>
      <p:ext uri="{BB962C8B-B14F-4D97-AF65-F5344CB8AC3E}">
        <p14:creationId xmlns:p14="http://schemas.microsoft.com/office/powerpoint/2010/main" val="681263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A2868AA-C353-3DF8-097E-4DE9664090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820479" y="65795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AE"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r>
              <a:rPr lang="en-AE"/>
              <a:t>5-May-26</a:t>
            </a:r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0158C5F-3FFC-9EFE-58D6-E70B5953E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3640" y="6631908"/>
            <a:ext cx="590320" cy="260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AE"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4E2CB364-61B8-4529-A871-582E53A6D800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32326A4-AB14-5C30-9D07-808E5D2D3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21170" y="657952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AE"/>
              <a:t>Sobha Constructions LLC</a:t>
            </a:r>
          </a:p>
        </p:txBody>
      </p:sp>
    </p:spTree>
    <p:extLst>
      <p:ext uri="{BB962C8B-B14F-4D97-AF65-F5344CB8AC3E}">
        <p14:creationId xmlns:p14="http://schemas.microsoft.com/office/powerpoint/2010/main" val="3509683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FD92F-1B28-ED19-77F2-0331B2474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EEC822-A568-A2E6-5832-8A8DDF0377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EFBD32-5793-81C8-5D34-28FBF1292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4EB56DA-2A25-1477-EACB-E4A427EDC3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820479" y="65795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AE"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r>
              <a:rPr lang="en-AE"/>
              <a:t>5-May-26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3F591-FED5-3A9A-D8DD-7AD70D8FA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3640" y="6631908"/>
            <a:ext cx="590320" cy="260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AE"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4E2CB364-61B8-4529-A871-582E53A6D800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984B7B0-4E40-4CFE-3D05-6FB39A1FB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21170" y="657952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AE"/>
              <a:t>Sobha Constructions LLC</a:t>
            </a:r>
          </a:p>
        </p:txBody>
      </p:sp>
    </p:spTree>
    <p:extLst>
      <p:ext uri="{BB962C8B-B14F-4D97-AF65-F5344CB8AC3E}">
        <p14:creationId xmlns:p14="http://schemas.microsoft.com/office/powerpoint/2010/main" val="3216891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631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AB44E0-8636-1B3F-7C13-EDFFD38E3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1D52A-7BE5-3D25-5897-CDC754157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61B67-4898-139B-1E44-EDFE8F2DF0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-820479" y="65795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AE" sz="1200" smtClean="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</a:defRPr>
            </a:lvl1pPr>
          </a:lstStyle>
          <a:p>
            <a:pPr algn="ctr"/>
            <a:r>
              <a:rPr lang="en-AE"/>
              <a:t>5-May-26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874A640-937E-EC26-7324-582AD4196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3640" y="6631908"/>
            <a:ext cx="590320" cy="260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AE" sz="1200" smtClean="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</a:defRPr>
            </a:lvl1pPr>
          </a:lstStyle>
          <a:p>
            <a:pPr algn="ctr"/>
            <a:fld id="{4E2CB364-61B8-4529-A871-582E53A6D800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D97B9DD-6510-4B50-3E7B-942EE3617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21170" y="657952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</a:defRPr>
            </a:lvl1pPr>
          </a:lstStyle>
          <a:p>
            <a:r>
              <a:rPr lang="en-AE"/>
              <a:t>Sobha Constructions LLC</a:t>
            </a:r>
          </a:p>
        </p:txBody>
      </p:sp>
    </p:spTree>
    <p:extLst>
      <p:ext uri="{BB962C8B-B14F-4D97-AF65-F5344CB8AC3E}">
        <p14:creationId xmlns:p14="http://schemas.microsoft.com/office/powerpoint/2010/main" val="420923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1" r:id="rId3"/>
    <p:sldLayoutId id="2147483655" r:id="rId4"/>
    <p:sldLayoutId id="2147483657" r:id="rId5"/>
    <p:sldLayoutId id="2147483662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ahoma" panose="020B060403050404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microsoft.com/office/2007/relationships/hdphoto" Target="../media/hdphoto6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microsoft.com/office/2007/relationships/hdphoto" Target="../media/hdphoto5.wdp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microsoft.com/office/2007/relationships/hdphoto" Target="../media/hdphoto9.wdp"/><Relationship Id="rId5" Type="http://schemas.openxmlformats.org/officeDocument/2006/relationships/image" Target="../media/image14.png"/><Relationship Id="rId4" Type="http://schemas.microsoft.com/office/2007/relationships/hdphoto" Target="../media/hdphoto8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microsoft.com/office/2007/relationships/hdphoto" Target="../media/hdphoto1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microsoft.com/office/2007/relationships/hdphoto" Target="../media/hdphoto10.wdp"/><Relationship Id="rId9" Type="http://schemas.microsoft.com/office/2007/relationships/hdphoto" Target="../media/hdphoto12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3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5.wdp"/><Relationship Id="rId5" Type="http://schemas.openxmlformats.org/officeDocument/2006/relationships/image" Target="../media/image25.png"/><Relationship Id="rId4" Type="http://schemas.microsoft.com/office/2007/relationships/hdphoto" Target="../media/hdphoto14.wdp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microsoft.com/office/2007/relationships/hdphoto" Target="../media/hdphoto16.wdp"/><Relationship Id="rId7" Type="http://schemas.microsoft.com/office/2007/relationships/hdphoto" Target="../media/hdphoto18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microsoft.com/office/2007/relationships/hdphoto" Target="../media/hdphoto17.wdp"/><Relationship Id="rId4" Type="http://schemas.openxmlformats.org/officeDocument/2006/relationships/image" Target="../media/image27.png"/><Relationship Id="rId9" Type="http://schemas.microsoft.com/office/2007/relationships/hdphoto" Target="../media/hdphoto19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microsoft.com/office/2007/relationships/hdphoto" Target="../media/hdphoto21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microsoft.com/office/2007/relationships/hdphoto" Target="../media/hdphoto20.wdp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microsoft.com/office/2007/relationships/hdphoto" Target="../media/hdphoto22.wdp"/><Relationship Id="rId7" Type="http://schemas.microsoft.com/office/2007/relationships/hdphoto" Target="../media/hdphoto24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microsoft.com/office/2007/relationships/hdphoto" Target="../media/hdphoto23.wdp"/><Relationship Id="rId4" Type="http://schemas.openxmlformats.org/officeDocument/2006/relationships/image" Target="../media/image35.png"/><Relationship Id="rId9" Type="http://schemas.microsoft.com/office/2007/relationships/hdphoto" Target="../media/hdphoto25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6.wdp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7.wdp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8.wdp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mailto:QM-QAQC@sobha-me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2788ECFB-DF2B-6448-3062-D25A94B9C3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989" y="184534"/>
            <a:ext cx="1048745" cy="148346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ACDDBF9-9729-755B-AF47-421F552C69EC}"/>
              </a:ext>
            </a:extLst>
          </p:cNvPr>
          <p:cNvSpPr/>
          <p:nvPr/>
        </p:nvSpPr>
        <p:spPr>
          <a:xfrm>
            <a:off x="171450" y="1646678"/>
            <a:ext cx="11849100" cy="77288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SOBHA ACCEPTABLE QUALITY LEVEL (SAQL)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53FE5C0-8408-65AC-A477-6F4894678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031143"/>
              </p:ext>
            </p:extLst>
          </p:nvPr>
        </p:nvGraphicFramePr>
        <p:xfrm>
          <a:off x="4254365" y="2510168"/>
          <a:ext cx="3696101" cy="1874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8857">
                  <a:extLst>
                    <a:ext uri="{9D8B030D-6E8A-4147-A177-3AD203B41FA5}">
                      <a16:colId xmlns:a16="http://schemas.microsoft.com/office/drawing/2014/main" val="2194189002"/>
                    </a:ext>
                  </a:extLst>
                </a:gridCol>
                <a:gridCol w="1787244">
                  <a:extLst>
                    <a:ext uri="{9D8B030D-6E8A-4147-A177-3AD203B41FA5}">
                      <a16:colId xmlns:a16="http://schemas.microsoft.com/office/drawing/2014/main" val="3965880874"/>
                    </a:ext>
                  </a:extLst>
                </a:gridCol>
              </a:tblGrid>
              <a:tr h="374848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libri (Body)"/>
                        </a:rPr>
                        <a:t>Document Title :</a:t>
                      </a:r>
                      <a:endParaRPr lang="en-US" sz="1400" b="1" dirty="0">
                        <a:latin typeface="Calibri (Body)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 (Body)"/>
                        </a:rPr>
                        <a:t>Paint</a:t>
                      </a:r>
                      <a:endParaRPr lang="en-US" sz="1400" dirty="0">
                        <a:latin typeface="Calibri (Body)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653206"/>
                  </a:ext>
                </a:extLst>
              </a:tr>
              <a:tr h="374848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libri (Body)"/>
                        </a:rPr>
                        <a:t>Document Number :</a:t>
                      </a:r>
                      <a:endParaRPr lang="en-US" sz="1400" b="1" dirty="0">
                        <a:latin typeface="Calibri (Body)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 (Body)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SCL-SAQL-001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016095"/>
                  </a:ext>
                </a:extLst>
              </a:tr>
              <a:tr h="374848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libri (Body)"/>
                        </a:rPr>
                        <a:t>Date of Origin :</a:t>
                      </a:r>
                      <a:endParaRPr lang="en-US" sz="1400" b="1" dirty="0">
                        <a:latin typeface="Calibri (Body)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 (Body)"/>
                        </a:rPr>
                        <a:t>08.05.2026</a:t>
                      </a:r>
                      <a:endParaRPr lang="en-US" sz="1400" dirty="0">
                        <a:latin typeface="Calibri (Body)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0738085"/>
                  </a:ext>
                </a:extLst>
              </a:tr>
              <a:tr h="3748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>
                          <a:latin typeface="Calibri (Body)"/>
                        </a:rPr>
                        <a:t>Date of Revision :</a:t>
                      </a:r>
                      <a:endParaRPr lang="en-US" sz="1400" b="1">
                        <a:latin typeface="Calibri (Body)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Calibri (Body)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525268"/>
                  </a:ext>
                </a:extLst>
              </a:tr>
              <a:tr h="374848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Calibri (Body)"/>
                        </a:rPr>
                        <a:t>Revision Number :</a:t>
                      </a:r>
                      <a:endParaRPr lang="en-US" sz="1400" b="1">
                        <a:latin typeface="Calibri (Body)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 (Body)"/>
                        </a:rPr>
                        <a:t>00</a:t>
                      </a:r>
                      <a:endParaRPr lang="en-US" sz="1400" dirty="0">
                        <a:latin typeface="Calibri (Body)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14202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2C20CEE-6370-C7D7-48D2-8FE63F41B8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402507"/>
              </p:ext>
            </p:extLst>
          </p:nvPr>
        </p:nvGraphicFramePr>
        <p:xfrm>
          <a:off x="482901" y="4496784"/>
          <a:ext cx="11376000" cy="17400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2000">
                  <a:extLst>
                    <a:ext uri="{9D8B030D-6E8A-4147-A177-3AD203B41FA5}">
                      <a16:colId xmlns:a16="http://schemas.microsoft.com/office/drawing/2014/main" val="2960111029"/>
                    </a:ext>
                  </a:extLst>
                </a:gridCol>
                <a:gridCol w="1422000">
                  <a:extLst>
                    <a:ext uri="{9D8B030D-6E8A-4147-A177-3AD203B41FA5}">
                      <a16:colId xmlns:a16="http://schemas.microsoft.com/office/drawing/2014/main" val="1092653974"/>
                    </a:ext>
                  </a:extLst>
                </a:gridCol>
                <a:gridCol w="1422000">
                  <a:extLst>
                    <a:ext uri="{9D8B030D-6E8A-4147-A177-3AD203B41FA5}">
                      <a16:colId xmlns:a16="http://schemas.microsoft.com/office/drawing/2014/main" val="3158659051"/>
                    </a:ext>
                  </a:extLst>
                </a:gridCol>
                <a:gridCol w="1422000">
                  <a:extLst>
                    <a:ext uri="{9D8B030D-6E8A-4147-A177-3AD203B41FA5}">
                      <a16:colId xmlns:a16="http://schemas.microsoft.com/office/drawing/2014/main" val="3686760163"/>
                    </a:ext>
                  </a:extLst>
                </a:gridCol>
                <a:gridCol w="1422000">
                  <a:extLst>
                    <a:ext uri="{9D8B030D-6E8A-4147-A177-3AD203B41FA5}">
                      <a16:colId xmlns:a16="http://schemas.microsoft.com/office/drawing/2014/main" val="2343068860"/>
                    </a:ext>
                  </a:extLst>
                </a:gridCol>
                <a:gridCol w="1422000">
                  <a:extLst>
                    <a:ext uri="{9D8B030D-6E8A-4147-A177-3AD203B41FA5}">
                      <a16:colId xmlns:a16="http://schemas.microsoft.com/office/drawing/2014/main" val="2096238155"/>
                    </a:ext>
                  </a:extLst>
                </a:gridCol>
                <a:gridCol w="1422000">
                  <a:extLst>
                    <a:ext uri="{9D8B030D-6E8A-4147-A177-3AD203B41FA5}">
                      <a16:colId xmlns:a16="http://schemas.microsoft.com/office/drawing/2014/main" val="4049288807"/>
                    </a:ext>
                  </a:extLst>
                </a:gridCol>
                <a:gridCol w="1422000">
                  <a:extLst>
                    <a:ext uri="{9D8B030D-6E8A-4147-A177-3AD203B41FA5}">
                      <a16:colId xmlns:a16="http://schemas.microsoft.com/office/drawing/2014/main" val="1003756468"/>
                    </a:ext>
                  </a:extLst>
                </a:gridCol>
              </a:tblGrid>
              <a:tr h="376293">
                <a:tc>
                  <a:txBody>
                    <a:bodyPr/>
                    <a:lstStyle/>
                    <a:p>
                      <a:endParaRPr lang="en-US" sz="11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Tahoma"/>
                          <a:ea typeface="Tahoma"/>
                          <a:cs typeface="Tahoma"/>
                        </a:rPr>
                        <a:t>PREPARED 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Tahoma"/>
                          <a:ea typeface="Tahoma"/>
                          <a:cs typeface="Tahoma"/>
                        </a:rPr>
                        <a:t>REVIEWED 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Tahoma"/>
                          <a:ea typeface="Tahoma"/>
                          <a:cs typeface="Tahoma"/>
                        </a:rPr>
                        <a:t>REVIEWED 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Tahoma"/>
                          <a:ea typeface="Tahoma"/>
                          <a:cs typeface="Tahoma"/>
                        </a:rPr>
                        <a:t>APPROVED 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Tahoma"/>
                          <a:ea typeface="Tahoma"/>
                          <a:cs typeface="Tahoma"/>
                        </a:rPr>
                        <a:t>APPROVED 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Tahoma"/>
                          <a:ea typeface="Tahoma"/>
                          <a:cs typeface="Tahoma"/>
                        </a:rPr>
                        <a:t>APPROVED 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Tahoma"/>
                          <a:ea typeface="Tahoma"/>
                          <a:cs typeface="Tahoma"/>
                        </a:rPr>
                        <a:t>APPROVED 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5136930"/>
                  </a:ext>
                </a:extLst>
              </a:tr>
              <a:tr h="339505"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Tahoma"/>
                          <a:ea typeface="Tahoma"/>
                          <a:cs typeface="Tahoma"/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ahoma"/>
                          <a:ea typeface="Tahoma"/>
                          <a:cs typeface="Tahoma"/>
                        </a:rPr>
                        <a:t>Mr. Sathishkumar Ravisankar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Mr. Rajeshkumar Lakshmanan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Mr. Thangapandi Rathinam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Mr. Suleyman Celik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Mr. Ayaz Siddiqui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Mr. Senthil Kumar Parasuraman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Mr. Karthikraj Rajendran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4111037"/>
                  </a:ext>
                </a:extLst>
              </a:tr>
              <a:tr h="677689"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Tahoma"/>
                          <a:ea typeface="Tahoma"/>
                          <a:cs typeface="Tahoma"/>
                        </a:rPr>
                        <a:t>SIGNATURE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4979008"/>
                  </a:ext>
                </a:extLst>
              </a:tr>
              <a:tr h="259306"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Tahoma"/>
                          <a:ea typeface="Tahoma"/>
                          <a:cs typeface="Tahoma"/>
                        </a:rPr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0080349"/>
                  </a:ext>
                </a:extLst>
              </a:tr>
            </a:tbl>
          </a:graphicData>
        </a:graphic>
      </p:graphicFrame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E27EFA21-AD94-15DB-B6EF-81558C7E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3640" y="6667500"/>
            <a:ext cx="498360" cy="190500"/>
          </a:xfrm>
        </p:spPr>
        <p:txBody>
          <a:bodyPr/>
          <a:lstStyle/>
          <a:p>
            <a:pPr algn="ctr"/>
            <a:fld id="{4E2CB364-61B8-4529-A871-582E53A6D800}" type="slidenum">
              <a:rPr lang="en-US" sz="1100" smtClean="0"/>
              <a:pPr algn="ctr"/>
              <a:t>1</a:t>
            </a:fld>
            <a:endParaRPr lang="en-US" sz="1100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1ED1DACC-8B47-18DB-73C7-62C26BE0B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21170" y="6667500"/>
            <a:ext cx="4114800" cy="190500"/>
          </a:xfrm>
        </p:spPr>
        <p:txBody>
          <a:bodyPr/>
          <a:lstStyle/>
          <a:p>
            <a:r>
              <a:rPr lang="en-AE" sz="1100" dirty="0"/>
              <a:t>Sobha Constructions LLC</a:t>
            </a:r>
          </a:p>
        </p:txBody>
      </p:sp>
    </p:spTree>
    <p:extLst>
      <p:ext uri="{BB962C8B-B14F-4D97-AF65-F5344CB8AC3E}">
        <p14:creationId xmlns:p14="http://schemas.microsoft.com/office/powerpoint/2010/main" val="2095857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F8A1A-0CAD-B3C5-73F4-929EC0728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A214FA-D7E8-1C95-7E80-49B572561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4E2CB364-61B8-4529-A871-582E53A6D800}" type="slidenum">
              <a:rPr lang="en-US" smtClean="0"/>
              <a:pPr algn="ctr"/>
              <a:t>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1ADA3-8FAA-D88D-93F2-8E7812A020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21170" y="6667500"/>
            <a:ext cx="4114800" cy="19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/>
              <a:t>Sobha Constructions LLC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EEFCD1-6209-E9E5-9715-5A9A50F67945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AMENDMENT SHEET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F22815-69A6-331C-EF54-3753D6335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696723"/>
              </p:ext>
            </p:extLst>
          </p:nvPr>
        </p:nvGraphicFramePr>
        <p:xfrm>
          <a:off x="2608911" y="982027"/>
          <a:ext cx="6713855" cy="51238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0770">
                  <a:extLst>
                    <a:ext uri="{9D8B030D-6E8A-4147-A177-3AD203B41FA5}">
                      <a16:colId xmlns:a16="http://schemas.microsoft.com/office/drawing/2014/main" val="512956853"/>
                    </a:ext>
                  </a:extLst>
                </a:gridCol>
                <a:gridCol w="4490085">
                  <a:extLst>
                    <a:ext uri="{9D8B030D-6E8A-4147-A177-3AD203B41FA5}">
                      <a16:colId xmlns:a16="http://schemas.microsoft.com/office/drawing/2014/main" val="153434054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561234880"/>
                    </a:ext>
                  </a:extLst>
                </a:gridCol>
              </a:tblGrid>
              <a:tr h="4438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E" sz="1200" kern="100" dirty="0">
                          <a:solidFill>
                            <a:schemeClr val="tx1"/>
                          </a:solidFill>
                          <a:effectLst/>
                        </a:rPr>
                        <a:t>DATE OF REV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E" sz="1200" kern="100" dirty="0">
                          <a:solidFill>
                            <a:schemeClr val="tx1"/>
                          </a:solidFill>
                          <a:effectLst/>
                        </a:rPr>
                        <a:t>SUBJECT OF THE AMENDMENT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E" sz="1200" kern="100" dirty="0">
                          <a:solidFill>
                            <a:schemeClr val="tx1"/>
                          </a:solidFill>
                          <a:effectLst/>
                        </a:rPr>
                        <a:t>REV. NO.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020749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E" sz="1050" kern="100" dirty="0">
                          <a:solidFill>
                            <a:schemeClr val="tx1"/>
                          </a:solidFill>
                          <a:effectLst/>
                        </a:rPr>
                        <a:t>08/05/2026</a:t>
                      </a: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E" sz="1100" kern="100" dirty="0">
                          <a:solidFill>
                            <a:schemeClr val="tx1"/>
                          </a:solidFill>
                          <a:effectLst/>
                        </a:rPr>
                        <a:t>New release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E" sz="1050" kern="100" dirty="0">
                          <a:solidFill>
                            <a:schemeClr val="tx1"/>
                          </a:solidFill>
                          <a:effectLst/>
                        </a:rPr>
                        <a:t>00</a:t>
                      </a: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707586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061831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789422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71282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609274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953619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018327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58043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772536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58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711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62325-6C01-9D87-7B7C-A6FDBDAF5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216F2A-1849-8D26-5CEE-1AA1880FC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4E2CB364-61B8-4529-A871-582E53A6D800}" type="slidenum">
              <a:rPr lang="en-US" smtClean="0"/>
              <a:pPr algn="ctr"/>
              <a:t>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E971E-D663-5CB2-9D3C-E80D160663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AE"/>
              <a:t>Sobha Constructions LLC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30257D-7A51-6B00-2E11-7DCD796ABBB1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OBJECTIVES</a:t>
            </a:r>
            <a:endParaRPr lang="en-AE" sz="1600" b="1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4F092AA3-8B32-F49C-A850-FD477A293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680583"/>
              </p:ext>
            </p:extLst>
          </p:nvPr>
        </p:nvGraphicFramePr>
        <p:xfrm>
          <a:off x="994038" y="1106424"/>
          <a:ext cx="10203924" cy="373669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610819">
                  <a:extLst>
                    <a:ext uri="{9D8B030D-6E8A-4147-A177-3AD203B41FA5}">
                      <a16:colId xmlns:a16="http://schemas.microsoft.com/office/drawing/2014/main" val="2194189002"/>
                    </a:ext>
                  </a:extLst>
                </a:gridCol>
                <a:gridCol w="7593105">
                  <a:extLst>
                    <a:ext uri="{9D8B030D-6E8A-4147-A177-3AD203B41FA5}">
                      <a16:colId xmlns:a16="http://schemas.microsoft.com/office/drawing/2014/main" val="3965880874"/>
                    </a:ext>
                  </a:extLst>
                </a:gridCol>
              </a:tblGrid>
              <a:tr h="846942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1200" b="0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The objective of this guideline is to provide a standard procedure for Paint Application Acceptable levels according to the Zones.</a:t>
                      </a: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653206"/>
                  </a:ext>
                </a:extLst>
              </a:tr>
              <a:tr h="1195865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 sz="1200" b="0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This document is valid for Paint Application Aesthetics Acceptance.</a:t>
                      </a: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016095"/>
                  </a:ext>
                </a:extLst>
              </a:tr>
              <a:tr h="846942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RESPONSIBLE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Site execution shall strictly adhere to the approved standards. QA/QC and QCS shall use these standards for inspection.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738085"/>
                  </a:ext>
                </a:extLst>
              </a:tr>
              <a:tr h="846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TERMS &amp; REFERENCES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The QM / BE team shall be responsible for revising and updating the applicable standards as required.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525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0391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33D3E-236A-3F17-8EFE-5B7176D94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642CC-A5BD-E8DF-83F8-51147CD18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4E2CB364-61B8-4529-A871-582E53A6D800}" type="slidenum">
              <a:rPr lang="en-US" smtClean="0"/>
              <a:pPr algn="ctr"/>
              <a:t>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3A03B-AF9A-0F17-CBC2-D3C23830C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AE"/>
              <a:t>Sobha Constructions LLC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7B4AA5-D046-F800-EA68-311820B2B1E2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CATEGORIZATION / ZONES</a:t>
            </a:r>
            <a:endParaRPr lang="en-AE" sz="16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EEED051-0514-FE4B-6D72-BC34AD10CE04}"/>
              </a:ext>
            </a:extLst>
          </p:cNvPr>
          <p:cNvGrpSpPr/>
          <p:nvPr/>
        </p:nvGrpSpPr>
        <p:grpSpPr>
          <a:xfrm>
            <a:off x="9395040" y="2047439"/>
            <a:ext cx="2327250" cy="2763122"/>
            <a:chOff x="9015655" y="2042769"/>
            <a:chExt cx="2327250" cy="2763122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6F39C06-CAA8-1CF3-CFEC-0359862B9D20}"/>
                </a:ext>
              </a:extLst>
            </p:cNvPr>
            <p:cNvSpPr/>
            <p:nvPr/>
          </p:nvSpPr>
          <p:spPr>
            <a:xfrm>
              <a:off x="9015655" y="2042769"/>
              <a:ext cx="484632" cy="441192"/>
            </a:xfrm>
            <a:prstGeom prst="rect">
              <a:avLst/>
            </a:prstGeom>
            <a:solidFill>
              <a:srgbClr val="BB7D6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F3C95C6-EE81-4091-44A6-2D04F5EBA53B}"/>
                </a:ext>
              </a:extLst>
            </p:cNvPr>
            <p:cNvSpPr/>
            <p:nvPr/>
          </p:nvSpPr>
          <p:spPr>
            <a:xfrm>
              <a:off x="9015655" y="2591409"/>
              <a:ext cx="484632" cy="441192"/>
            </a:xfrm>
            <a:prstGeom prst="rect">
              <a:avLst/>
            </a:prstGeom>
            <a:solidFill>
              <a:srgbClr val="D79FA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F09967C-965C-1CCF-9F2B-3BF26BC5F189}"/>
                </a:ext>
              </a:extLst>
            </p:cNvPr>
            <p:cNvSpPr/>
            <p:nvPr/>
          </p:nvSpPr>
          <p:spPr>
            <a:xfrm>
              <a:off x="9015655" y="3185769"/>
              <a:ext cx="484632" cy="441192"/>
            </a:xfrm>
            <a:prstGeom prst="rect">
              <a:avLst/>
            </a:prstGeom>
            <a:solidFill>
              <a:srgbClr val="7BAB6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4E19F83-2D11-544A-6D36-C2D9796C6666}"/>
                </a:ext>
              </a:extLst>
            </p:cNvPr>
            <p:cNvSpPr/>
            <p:nvPr/>
          </p:nvSpPr>
          <p:spPr>
            <a:xfrm>
              <a:off x="9015655" y="3780129"/>
              <a:ext cx="484632" cy="441192"/>
            </a:xfrm>
            <a:prstGeom prst="rect">
              <a:avLst/>
            </a:prstGeom>
            <a:solidFill>
              <a:srgbClr val="7030A0">
                <a:alpha val="48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12D3444-C562-8F3F-7EDC-5D0D4945791B}"/>
                </a:ext>
              </a:extLst>
            </p:cNvPr>
            <p:cNvSpPr txBox="1"/>
            <p:nvPr/>
          </p:nvSpPr>
          <p:spPr>
            <a:xfrm>
              <a:off x="9525451" y="2078699"/>
              <a:ext cx="9813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= Ceiling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BEB889-3A87-6B08-F2A8-20EE7C0CB396}"/>
                </a:ext>
              </a:extLst>
            </p:cNvPr>
            <p:cNvSpPr txBox="1"/>
            <p:nvPr/>
          </p:nvSpPr>
          <p:spPr>
            <a:xfrm>
              <a:off x="9525451" y="2627339"/>
              <a:ext cx="7665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= Wall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B15766D-B37E-AA12-9AE1-607FE1117325}"/>
                </a:ext>
              </a:extLst>
            </p:cNvPr>
            <p:cNvSpPr txBox="1"/>
            <p:nvPr/>
          </p:nvSpPr>
          <p:spPr>
            <a:xfrm>
              <a:off x="9525451" y="3221699"/>
              <a:ext cx="1081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= Corners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875E5CF-3933-F10B-32B8-C54766E3699E}"/>
                </a:ext>
              </a:extLst>
            </p:cNvPr>
            <p:cNvSpPr txBox="1"/>
            <p:nvPr/>
          </p:nvSpPr>
          <p:spPr>
            <a:xfrm>
              <a:off x="9525451" y="3816059"/>
              <a:ext cx="12266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= Bulkhead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16705ED-BE0E-4DCE-FCFF-9C7CF3C018AC}"/>
                </a:ext>
              </a:extLst>
            </p:cNvPr>
            <p:cNvSpPr/>
            <p:nvPr/>
          </p:nvSpPr>
          <p:spPr>
            <a:xfrm>
              <a:off x="9015655" y="4364699"/>
              <a:ext cx="484632" cy="441192"/>
            </a:xfrm>
            <a:prstGeom prst="rect">
              <a:avLst/>
            </a:prstGeom>
            <a:solidFill>
              <a:srgbClr val="DBBA6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FD54C4C-27C9-36D1-532C-4986E26C03FF}"/>
                </a:ext>
              </a:extLst>
            </p:cNvPr>
            <p:cNvSpPr txBox="1"/>
            <p:nvPr/>
          </p:nvSpPr>
          <p:spPr>
            <a:xfrm>
              <a:off x="9508620" y="4400629"/>
              <a:ext cx="18342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= Shadow Groove</a:t>
              </a:r>
              <a:endParaRPr lang="en-US">
                <a:solidFill>
                  <a:srgbClr val="000000"/>
                </a:solidFill>
                <a:latin typeface="Aptos Narrow" panose="020B0004020202020204" pitchFamily="34" charset="0"/>
              </a:endParaRPr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7294B175-6C70-2A14-B95F-AE36C2980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61" y="940850"/>
            <a:ext cx="8681575" cy="5495677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2FA6E23-70CB-0DA8-E616-3418A0AB4027}"/>
              </a:ext>
            </a:extLst>
          </p:cNvPr>
          <p:cNvCxnSpPr>
            <a:cxnSpLocks/>
          </p:cNvCxnSpPr>
          <p:nvPr/>
        </p:nvCxnSpPr>
        <p:spPr>
          <a:xfrm flipV="1">
            <a:off x="1719072" y="1834975"/>
            <a:ext cx="0" cy="496787"/>
          </a:xfrm>
          <a:prstGeom prst="straightConnector1">
            <a:avLst/>
          </a:prstGeom>
          <a:ln w="57150">
            <a:solidFill>
              <a:srgbClr val="BB9C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7190B75-BA14-9952-5A47-5DD0EAD947D5}"/>
              </a:ext>
            </a:extLst>
          </p:cNvPr>
          <p:cNvCxnSpPr>
            <a:cxnSpLocks/>
          </p:cNvCxnSpPr>
          <p:nvPr/>
        </p:nvCxnSpPr>
        <p:spPr>
          <a:xfrm flipV="1">
            <a:off x="1469136" y="1650309"/>
            <a:ext cx="0" cy="496787"/>
          </a:xfrm>
          <a:prstGeom prst="straightConnector1">
            <a:avLst/>
          </a:prstGeom>
          <a:ln w="57150">
            <a:solidFill>
              <a:srgbClr val="BB9C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A2B8D33-4C84-3337-FB8A-3145A84F8536}"/>
              </a:ext>
            </a:extLst>
          </p:cNvPr>
          <p:cNvCxnSpPr>
            <a:cxnSpLocks/>
          </p:cNvCxnSpPr>
          <p:nvPr/>
        </p:nvCxnSpPr>
        <p:spPr>
          <a:xfrm flipV="1">
            <a:off x="1170839" y="1429713"/>
            <a:ext cx="0" cy="496787"/>
          </a:xfrm>
          <a:prstGeom prst="straightConnector1">
            <a:avLst/>
          </a:prstGeom>
          <a:ln w="57150">
            <a:solidFill>
              <a:srgbClr val="BB9C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29347AB-28A4-43F4-0B6E-27F28878C961}"/>
              </a:ext>
            </a:extLst>
          </p:cNvPr>
          <p:cNvCxnSpPr>
            <a:cxnSpLocks/>
          </p:cNvCxnSpPr>
          <p:nvPr/>
        </p:nvCxnSpPr>
        <p:spPr>
          <a:xfrm flipV="1">
            <a:off x="847751" y="1153522"/>
            <a:ext cx="0" cy="496787"/>
          </a:xfrm>
          <a:prstGeom prst="straightConnector1">
            <a:avLst/>
          </a:prstGeom>
          <a:ln w="57150">
            <a:solidFill>
              <a:srgbClr val="BB9C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092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88C48-8A6A-6DD4-DEDA-413949C5E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0D246B7-A8C9-752F-96CA-F4790211F0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569416"/>
              </p:ext>
            </p:extLst>
          </p:nvPr>
        </p:nvGraphicFramePr>
        <p:xfrm>
          <a:off x="237066" y="798745"/>
          <a:ext cx="11704320" cy="521208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70551773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48047796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78574663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63797614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681032817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571042379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4037599576"/>
                    </a:ext>
                  </a:extLst>
                </a:gridCol>
              </a:tblGrid>
              <a:tr h="274320">
                <a:tc gridSpan="3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 DESCRIPTION / PARAMETER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Paint Corner Right Angle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833322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IMAGE / PARAMTER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MEASURING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169205"/>
                  </a:ext>
                </a:extLst>
              </a:tr>
              <a:tr h="2743200">
                <a:tc rowSpan="3" gridSpan="3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952691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INSTRUMENT / INSPECTION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 angle scale &amp; Straight Edge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516540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STANDING POSITION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As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10633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Wingdings 2" panose="05020102010507070707" pitchFamily="18" charset="2"/>
                        </a:rPr>
                        <a:t> VILLA          APARTMENT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LIGHTING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 / Ambient light /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Artificial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376049"/>
                  </a:ext>
                </a:extLst>
              </a:tr>
              <a:tr h="274320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ACCEPTABLE QUALITY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3317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SCENARIO / LOCATION / 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Ceiling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Corners</a:t>
                      </a: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Shadow Groove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Bulkhead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Cove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542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ACCEPTANCE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1mm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1mm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1mm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1mm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1mm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08534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61365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5A75F-A1E8-B653-78B9-7C4306312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4E2CB364-61B8-4529-A871-582E53A6D800}" type="slidenum">
              <a:rPr lang="en-US" smtClean="0"/>
              <a:pPr algn="ctr"/>
              <a:t>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C4D6C-9960-ED7E-3875-F98208A2E3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AE" dirty="0"/>
              <a:t>Sobha Constructions LLC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CD275E-EC3E-FED6-6537-DAFC3A921226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PAINT - SAQL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A4F7CB-DCC5-D71E-C2B5-183D7D98D9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277"/>
          <a:stretch>
            <a:fillRect/>
          </a:stretch>
        </p:blipFill>
        <p:spPr>
          <a:xfrm rot="5400000">
            <a:off x="161668" y="1745521"/>
            <a:ext cx="2871096" cy="23795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762DC2-4BB5-4866-0957-92E87A3F5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21677" y="1499736"/>
            <a:ext cx="2379525" cy="28710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787AFF2-CE12-D305-C39F-C320B06E3173}"/>
              </a:ext>
            </a:extLst>
          </p:cNvPr>
          <p:cNvSpPr txBox="1"/>
          <p:nvPr/>
        </p:nvSpPr>
        <p:spPr>
          <a:xfrm>
            <a:off x="407453" y="4096471"/>
            <a:ext cx="11073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Ceiling to Wall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5FDF7B-674B-14F3-4448-AE6728B68BE0}"/>
              </a:ext>
            </a:extLst>
          </p:cNvPr>
          <p:cNvSpPr txBox="1"/>
          <p:nvPr/>
        </p:nvSpPr>
        <p:spPr>
          <a:xfrm>
            <a:off x="4438887" y="4096471"/>
            <a:ext cx="9623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Wall to Wall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AA1CDD-088B-B6AA-61C1-F2BCF821BD8E}"/>
              </a:ext>
            </a:extLst>
          </p:cNvPr>
          <p:cNvSpPr/>
          <p:nvPr/>
        </p:nvSpPr>
        <p:spPr>
          <a:xfrm>
            <a:off x="473323" y="2648961"/>
            <a:ext cx="2247786" cy="54864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3D5412-BAD7-62D7-5178-CAAA85BB03A1}"/>
              </a:ext>
            </a:extLst>
          </p:cNvPr>
          <p:cNvSpPr/>
          <p:nvPr/>
        </p:nvSpPr>
        <p:spPr>
          <a:xfrm rot="5137799">
            <a:off x="2589746" y="2621449"/>
            <a:ext cx="2481899" cy="54864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31802D-1870-11DB-6A53-9DB5CF79EB6D}"/>
              </a:ext>
            </a:extLst>
          </p:cNvPr>
          <p:cNvSpPr txBox="1"/>
          <p:nvPr/>
        </p:nvSpPr>
        <p:spPr>
          <a:xfrm>
            <a:off x="8869680" y="1594722"/>
            <a:ext cx="29311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Steps</a:t>
            </a: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</a:p>
          <a:p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Place both 3-meter straight edge flush to the corner. 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 the right‑angle square on top, firmly seated at the corner.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Check the corner for squareness, any gap or misalignment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C5E358-2519-534F-6190-A45449B29E13}"/>
              </a:ext>
            </a:extLst>
          </p:cNvPr>
          <p:cNvSpPr txBox="1"/>
          <p:nvPr/>
        </p:nvSpPr>
        <p:spPr>
          <a:xfrm>
            <a:off x="8983980" y="3580600"/>
            <a:ext cx="2816894" cy="41070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fontAlgn="t"/>
            <a:r>
              <a:rPr lang="en-US" sz="10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 of inspection: </a:t>
            </a: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Before application of the first coat of paint.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EC83A9-D2B6-39E2-E0E5-A72642CB6384}"/>
              </a:ext>
            </a:extLst>
          </p:cNvPr>
          <p:cNvSpPr txBox="1"/>
          <p:nvPr/>
        </p:nvSpPr>
        <p:spPr>
          <a:xfrm>
            <a:off x="154509" y="6289663"/>
            <a:ext cx="105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b="1" i="1" dirty="0"/>
              <a:t>Note: </a:t>
            </a:r>
            <a:r>
              <a:rPr lang="en-US" sz="1400" i="1" dirty="0"/>
              <a:t>During keep-out inspection in case of any visual discrepancy identified, measurement verification shall be carried out based on the </a:t>
            </a:r>
            <a:r>
              <a:rPr lang="en-US" sz="1400" b="1" i="1" dirty="0"/>
              <a:t>SAQL</a:t>
            </a:r>
            <a:r>
              <a:rPr lang="en-US" sz="1400" i="1" dirty="0"/>
              <a:t>.”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98DB6AD-87A7-7DF6-DFE0-CAF6AA2CAB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38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21697" y="1478106"/>
            <a:ext cx="2707652" cy="17105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0F311293-FA4C-2BAB-2A1C-55CFDB7615CA}"/>
              </a:ext>
            </a:extLst>
          </p:cNvPr>
          <p:cNvSpPr/>
          <p:nvPr/>
        </p:nvSpPr>
        <p:spPr>
          <a:xfrm>
            <a:off x="6736194" y="1868280"/>
            <a:ext cx="954391" cy="548640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FB531BB-450B-8502-B62D-AE6E7A925B32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6756935" y="2435192"/>
            <a:ext cx="154004" cy="987635"/>
          </a:xfrm>
          <a:prstGeom prst="line">
            <a:avLst/>
          </a:prstGeom>
          <a:noFill/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0BD93E1-F54A-BDD1-1615-1374E233D3D3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7690585" y="2142600"/>
            <a:ext cx="1111046" cy="855178"/>
          </a:xfrm>
          <a:prstGeom prst="line">
            <a:avLst/>
          </a:prstGeom>
          <a:noFill/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E0A70522-4B9F-80FF-6127-2B04FC031F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25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rcRect t="25046"/>
          <a:stretch>
            <a:fillRect/>
          </a:stretch>
        </p:blipFill>
        <p:spPr>
          <a:xfrm>
            <a:off x="6910939" y="2854351"/>
            <a:ext cx="1932529" cy="11369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84988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0C73F-E3E3-C6F4-18EB-DEBE4ECC6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7E3EEC-03AC-C995-A7C7-E0FF25D11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508286"/>
              </p:ext>
            </p:extLst>
          </p:nvPr>
        </p:nvGraphicFramePr>
        <p:xfrm>
          <a:off x="237066" y="798745"/>
          <a:ext cx="11704320" cy="53340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70551773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48047796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78574663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63797614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681032817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571042379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4037599576"/>
                    </a:ext>
                  </a:extLst>
                </a:gridCol>
              </a:tblGrid>
              <a:tr h="274320">
                <a:tc gridSpan="3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 DESCRIPTION / PARAMETER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Paint Undulation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833322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IMAGE / PARAMTER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MEASURING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169205"/>
                  </a:ext>
                </a:extLst>
              </a:tr>
              <a:tr h="2743200">
                <a:tc rowSpan="3" gridSpan="3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952691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INSTRUMENT / INSPECTION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Straight Edge &amp; Feeler gauge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516540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STANDING POSITION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As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10633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Wingdings 2" panose="05020102010507070707" pitchFamily="18" charset="2"/>
                        </a:rPr>
                        <a:t> VILLA          APARTMENT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LIGHTING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 / Ambient light /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Artificial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376049"/>
                  </a:ext>
                </a:extLst>
              </a:tr>
              <a:tr h="274320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ACCEPTABLE QUALITY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3317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SCENARIO / LOCATION / 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Ceiling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Corners</a:t>
                      </a: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Shadow Groove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Bulkhead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Cove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542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ACCEPTANCE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1.5 mm every 3 meter                (No Waviness)</a:t>
                      </a:r>
                      <a:endParaRPr lang="en-US" sz="1000" b="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1.5 mm every 3 meter                (No Waviness)</a:t>
                      </a:r>
                      <a:endParaRPr lang="en-US" sz="1000" b="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1.5 mm every 3 meter                (No Waviness)</a:t>
                      </a:r>
                      <a:endParaRPr lang="en-US" sz="1000" b="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1.5 mm every 3 meter                (No Waviness)</a:t>
                      </a:r>
                      <a:endParaRPr lang="en-US" sz="1000" b="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1.5 mm every 3 meter                (No Waviness)</a:t>
                      </a:r>
                      <a:endParaRPr lang="en-US" sz="1000" b="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08534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61365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B01B0F-AEEB-A39B-CFDA-0F99FFC9C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4E2CB364-61B8-4529-A871-582E53A6D800}" type="slidenum">
              <a:rPr lang="en-US" smtClean="0"/>
              <a:pPr algn="ctr"/>
              <a:t>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F60AC-CCD9-A4AB-8350-163965C25D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AE" dirty="0"/>
              <a:t>Sobha Constructions LLC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35B09F-2CF5-147A-E7D1-E9D36D155FA4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PAINT - SAQL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9BABAD-1F9F-572B-D1F8-8735C9A70E24}"/>
              </a:ext>
            </a:extLst>
          </p:cNvPr>
          <p:cNvSpPr txBox="1"/>
          <p:nvPr/>
        </p:nvSpPr>
        <p:spPr>
          <a:xfrm>
            <a:off x="8869680" y="1594722"/>
            <a:ext cx="29311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Steps</a:t>
            </a: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</a:p>
          <a:p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Place the 3-meter straight edge flat against the surface, ensuring there is no tilt or lifting.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Insert the feeler gauge blade into any visible gap between the straight edge and the surface.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Check the measurement along the entire length.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5946CE-A4A9-DE3D-8D54-0227CBFCA586}"/>
              </a:ext>
            </a:extLst>
          </p:cNvPr>
          <p:cNvSpPr txBox="1"/>
          <p:nvPr/>
        </p:nvSpPr>
        <p:spPr>
          <a:xfrm>
            <a:off x="8983980" y="3580600"/>
            <a:ext cx="2816894" cy="41070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fontAlgn="t"/>
            <a:r>
              <a:rPr lang="en-US" sz="10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 of inspection: </a:t>
            </a: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Before application of the first coat of paint.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B4C5E2-FE5F-2BEC-6697-B586AF792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191"/>
          <a:stretch>
            <a:fillRect/>
          </a:stretch>
        </p:blipFill>
        <p:spPr bwMode="auto">
          <a:xfrm>
            <a:off x="514418" y="1482215"/>
            <a:ext cx="4688517" cy="303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E1B9F65-7B7D-7DA0-6AD3-169E49B51417}"/>
              </a:ext>
            </a:extLst>
          </p:cNvPr>
          <p:cNvSpPr/>
          <p:nvPr/>
        </p:nvSpPr>
        <p:spPr>
          <a:xfrm rot="19992934">
            <a:off x="499230" y="2822313"/>
            <a:ext cx="3205338" cy="695755"/>
          </a:xfrm>
          <a:prstGeom prst="roundRect">
            <a:avLst>
              <a:gd name="adj" fmla="val 10503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49C84E-2C36-FDD5-BA50-67B0522715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brightnessContrast bright="8000" contrast="-32000"/>
                    </a14:imgEffect>
                  </a14:imgLayer>
                </a14:imgProps>
              </a:ext>
            </a:extLst>
          </a:blip>
          <a:srcRect l="29834"/>
          <a:stretch>
            <a:fillRect/>
          </a:stretch>
        </p:blipFill>
        <p:spPr>
          <a:xfrm>
            <a:off x="5797296" y="1454783"/>
            <a:ext cx="1993392" cy="1846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7EE2A2A-86AB-E103-8E00-65F8E6A4F7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5595"/>
                    </a14:imgEffect>
                    <a14:imgEffect>
                      <a14:saturation sat="99000"/>
                    </a14:imgEffect>
                    <a14:imgEffect>
                      <a14:brightnessContrast bright="12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51192" y="2560082"/>
            <a:ext cx="1592276" cy="14237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403778-8F98-6BE3-FFB6-9A967B3CD148}"/>
              </a:ext>
            </a:extLst>
          </p:cNvPr>
          <p:cNvSpPr txBox="1"/>
          <p:nvPr/>
        </p:nvSpPr>
        <p:spPr>
          <a:xfrm>
            <a:off x="154509" y="6289663"/>
            <a:ext cx="105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b="1" i="1" dirty="0"/>
              <a:t>Note: </a:t>
            </a:r>
            <a:r>
              <a:rPr lang="en-US" sz="1400" i="1" dirty="0"/>
              <a:t>During keep-out inspection in case of any visual discrepancy identified, measurement verification shall be carried out based on the </a:t>
            </a:r>
            <a:r>
              <a:rPr lang="en-US" sz="1400" b="1" i="1" dirty="0"/>
              <a:t>SAQL</a:t>
            </a:r>
            <a:r>
              <a:rPr lang="en-US" sz="1400" i="1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801518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06DA9-B066-FC5D-B337-D0DD92686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C38F4D9-F9D6-D816-D3C2-94E52F47C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311371"/>
              </p:ext>
            </p:extLst>
          </p:nvPr>
        </p:nvGraphicFramePr>
        <p:xfrm>
          <a:off x="237066" y="798745"/>
          <a:ext cx="11704320" cy="53340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70551773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48047796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78574663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63797614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681032817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571042379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4037599576"/>
                    </a:ext>
                  </a:extLst>
                </a:gridCol>
              </a:tblGrid>
              <a:tr h="274320">
                <a:tc gridSpan="3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 DESCRIPTION / PARAMETER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Paint Improper Sanding Mark Visibility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833322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IMAGE / PARAMTER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MEASURING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169205"/>
                  </a:ext>
                </a:extLst>
              </a:tr>
              <a:tr h="2743200">
                <a:tc rowSpan="3" gridSpan="3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952691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INSTRUMENT / INSPECTION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Visual Inspection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516540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STANDING POSITION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Minimum 1 Meter in any direction.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10633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Wingdings 2" panose="05020102010507070707" pitchFamily="18" charset="2"/>
                        </a:rPr>
                        <a:t> VILLA          APARTMENT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LIGHTING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 / Ambient light /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Artificial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376049"/>
                  </a:ext>
                </a:extLst>
              </a:tr>
              <a:tr h="274320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ACCEPTABLE QUALITY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3317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SCENARIO / LOCATION / 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Ceiling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Corners</a:t>
                      </a: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Shadow Groove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Bulkhead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Cove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542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ACCEPTANCE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  <a:endParaRPr lang="en-US" sz="1000" b="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08534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61365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BCA019-A451-9D47-288F-DC92042E1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4E2CB364-61B8-4529-A871-582E53A6D800}" type="slidenum">
              <a:rPr lang="en-US" smtClean="0"/>
              <a:pPr algn="ctr"/>
              <a:t>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6BAE92-FD7C-9C4D-91B2-90E92805F9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AE" dirty="0"/>
              <a:t>Sobha Constructions LLC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CF8E21-468C-D072-285C-C4F02E7D26B3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PAINT - SAQL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462B90-6F82-1B5F-3F56-BD55EF1DBD88}"/>
              </a:ext>
            </a:extLst>
          </p:cNvPr>
          <p:cNvSpPr txBox="1"/>
          <p:nvPr/>
        </p:nvSpPr>
        <p:spPr>
          <a:xfrm>
            <a:off x="9445362" y="2049707"/>
            <a:ext cx="2355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 inspection of painted areas shall be carried out under natural daylight or appropriate artificial lighting from all relevant directions.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AD1FCA-DA9D-8E40-BA85-07205EF9368F}"/>
              </a:ext>
            </a:extLst>
          </p:cNvPr>
          <p:cNvSpPr txBox="1"/>
          <p:nvPr/>
        </p:nvSpPr>
        <p:spPr>
          <a:xfrm>
            <a:off x="9445362" y="3566848"/>
            <a:ext cx="2425768" cy="41070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fontAlgn="t"/>
            <a:r>
              <a:rPr lang="en-US" sz="10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 of inspection: </a:t>
            </a: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Before application of the first coat of paint.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84CA55-60BE-8DE4-F000-AA07483519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6657" y="1454206"/>
            <a:ext cx="4672855" cy="30763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5A3ADC-E39D-29F0-1C79-446BE1C48874}"/>
              </a:ext>
            </a:extLst>
          </p:cNvPr>
          <p:cNvSpPr/>
          <p:nvPr/>
        </p:nvSpPr>
        <p:spPr>
          <a:xfrm>
            <a:off x="2587752" y="1669627"/>
            <a:ext cx="526983" cy="2175933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228961-30F5-58E7-9F2E-93544D167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915" y="1561916"/>
            <a:ext cx="3571191" cy="23913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FAF773-3D82-A3FC-3459-513F6ACC3D30}"/>
              </a:ext>
            </a:extLst>
          </p:cNvPr>
          <p:cNvSpPr txBox="1"/>
          <p:nvPr/>
        </p:nvSpPr>
        <p:spPr>
          <a:xfrm>
            <a:off x="154509" y="6289663"/>
            <a:ext cx="105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b="1" i="1" dirty="0"/>
              <a:t>Note: </a:t>
            </a:r>
            <a:r>
              <a:rPr lang="en-US" sz="1400" i="1" dirty="0"/>
              <a:t>During keep-out inspection in case of any visual discrepancy identified, measurement verification shall be carried out based on the </a:t>
            </a:r>
            <a:r>
              <a:rPr lang="en-US" sz="1400" b="1" i="1" dirty="0"/>
              <a:t>SAQL</a:t>
            </a:r>
            <a:r>
              <a:rPr lang="en-US" sz="1400" i="1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2288560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AB6CD-386C-8B40-2D88-015077C91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A80F40-D5F4-176A-DEF0-F994DB4150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271208"/>
              </p:ext>
            </p:extLst>
          </p:nvPr>
        </p:nvGraphicFramePr>
        <p:xfrm>
          <a:off x="237066" y="798745"/>
          <a:ext cx="11704320" cy="521208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70551773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48047796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78574663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63797614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681032817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571042379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4037599576"/>
                    </a:ext>
                  </a:extLst>
                </a:gridCol>
              </a:tblGrid>
              <a:tr h="274320">
                <a:tc gridSpan="3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 DESCRIPTION / PARAMETER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Paint Damage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833322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IMAGE / PARAMTER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MEASURING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169205"/>
                  </a:ext>
                </a:extLst>
              </a:tr>
              <a:tr h="2743200">
                <a:tc rowSpan="3" gridSpan="3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952691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INSTRUMENT / INSPECTION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Visual Inspection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516540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STANDING POSITION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Minimum 1 Meter in any direction.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10633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Wingdings 2" panose="05020102010507070707" pitchFamily="18" charset="2"/>
                        </a:rPr>
                        <a:t> VILLA          APARTMENT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LIGHTING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 / Ambient light /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Artificial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376049"/>
                  </a:ext>
                </a:extLst>
              </a:tr>
              <a:tr h="274320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ACCEPTABLE QUALITY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3317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SCENARIO / LOCATION / 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Ceiling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Corners</a:t>
                      </a: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Shadow Groove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Bulkhead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Cove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542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ACCEPTANCE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08534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61365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04A7A-FE57-5D4A-EA13-EC472976C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4E2CB364-61B8-4529-A871-582E53A6D800}" type="slidenum">
              <a:rPr lang="en-US" smtClean="0"/>
              <a:pPr algn="ctr"/>
              <a:t>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5D7F3-23C5-F40C-8681-B0DFC63B9F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AE" dirty="0"/>
              <a:t>Sobha Constructions LLC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7CEFA1-4BC4-4487-60A8-C37F05B1C8DB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PAINT - SAQL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20C543-D188-00B3-F086-D3F74E9E90AD}"/>
              </a:ext>
            </a:extLst>
          </p:cNvPr>
          <p:cNvSpPr txBox="1"/>
          <p:nvPr/>
        </p:nvSpPr>
        <p:spPr>
          <a:xfrm>
            <a:off x="9445362" y="2049707"/>
            <a:ext cx="2355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 inspection of painted areas shall be carried out under natural daylight or appropriate artificial lighting from all relevant directions.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736809-B592-3C19-EBEE-87932A6DBB6B}"/>
              </a:ext>
            </a:extLst>
          </p:cNvPr>
          <p:cNvSpPr txBox="1"/>
          <p:nvPr/>
        </p:nvSpPr>
        <p:spPr>
          <a:xfrm>
            <a:off x="9445362" y="3566848"/>
            <a:ext cx="2425768" cy="41070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fontAlgn="t"/>
            <a:r>
              <a:rPr lang="en-US" sz="10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 of inspection </a:t>
            </a:r>
            <a:r>
              <a:rPr lang="en-US"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Before application of the first coat of paint.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CEDF47-71C5-F6A3-7587-8F5D33818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15" y="1561916"/>
            <a:ext cx="3571191" cy="23913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34186A-386E-318A-7063-CE3162E51D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0870" y="1456615"/>
            <a:ext cx="2113758" cy="28340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8E07BBF4-9FDF-03E3-FAE9-CB2901F6D5DF}"/>
              </a:ext>
            </a:extLst>
          </p:cNvPr>
          <p:cNvSpPr/>
          <p:nvPr/>
        </p:nvSpPr>
        <p:spPr>
          <a:xfrm>
            <a:off x="1132080" y="2691801"/>
            <a:ext cx="519764" cy="452389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D4B5304-ED62-CB3C-8D97-4231F4C79E21}"/>
              </a:ext>
            </a:extLst>
          </p:cNvPr>
          <p:cNvCxnSpPr/>
          <p:nvPr/>
        </p:nvCxnSpPr>
        <p:spPr>
          <a:xfrm flipV="1">
            <a:off x="1401587" y="1669118"/>
            <a:ext cx="2310063" cy="1001028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146A78F-56A5-F49D-6EE8-FF9E53CEAEA6}"/>
              </a:ext>
            </a:extLst>
          </p:cNvPr>
          <p:cNvCxnSpPr>
            <a:cxnSpLocks/>
            <a:stCxn id="11" idx="4"/>
          </p:cNvCxnSpPr>
          <p:nvPr/>
        </p:nvCxnSpPr>
        <p:spPr>
          <a:xfrm>
            <a:off x="1391962" y="3144190"/>
            <a:ext cx="2863409" cy="292249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A0B39610-427E-AD7A-3634-FB5E87C44B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84951" y="1612862"/>
            <a:ext cx="1996441" cy="1897730"/>
          </a:xfrm>
          <a:prstGeom prst="ellipse">
            <a:avLst/>
          </a:prstGeom>
          <a:ln w="28575" cap="rnd">
            <a:solidFill>
              <a:srgbClr val="FF000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4699606-89F7-C0F9-0BBA-655F97A60A55}"/>
              </a:ext>
            </a:extLst>
          </p:cNvPr>
          <p:cNvSpPr txBox="1"/>
          <p:nvPr/>
        </p:nvSpPr>
        <p:spPr>
          <a:xfrm>
            <a:off x="154509" y="6289663"/>
            <a:ext cx="105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b="1" i="1" dirty="0"/>
              <a:t>Note: </a:t>
            </a:r>
            <a:r>
              <a:rPr lang="en-US" sz="1400" i="1" dirty="0"/>
              <a:t>During keep-out inspection in case of any visual discrepancy identified, measurement verification shall be carried out based on the </a:t>
            </a:r>
            <a:r>
              <a:rPr lang="en-US" sz="1400" b="1" i="1" dirty="0"/>
              <a:t>SAQL</a:t>
            </a:r>
            <a:r>
              <a:rPr lang="en-US" sz="1400" i="1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686894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F5FE6-0FC7-2B23-CAF1-D8ACE9A99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51B9E45-3509-07B0-5378-C25C14A1B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908488"/>
              </p:ext>
            </p:extLst>
          </p:nvPr>
        </p:nvGraphicFramePr>
        <p:xfrm>
          <a:off x="237066" y="798745"/>
          <a:ext cx="11704320" cy="521208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70551773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48047796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78574663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63797614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681032817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571042379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4037599576"/>
                    </a:ext>
                  </a:extLst>
                </a:gridCol>
              </a:tblGrid>
              <a:tr h="274320">
                <a:tc gridSpan="3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 DESCRIPTION / PARAMETER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Paint Crack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833322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IMAGE / PARAMTER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MEASURING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169205"/>
                  </a:ext>
                </a:extLst>
              </a:tr>
              <a:tr h="2743200">
                <a:tc rowSpan="3" gridSpan="3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952691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INSTRUMENT / INSPECTION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Visual Inspection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516540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STANDING POSITION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Minimum 1 Meter in any direction.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10633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Wingdings 2" panose="05020102010507070707" pitchFamily="18" charset="2"/>
                        </a:rPr>
                        <a:t> VILLA          APARTMENT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LIGHTING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 / Ambient light /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Artificial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376049"/>
                  </a:ext>
                </a:extLst>
              </a:tr>
              <a:tr h="274320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ACCEPTABLE QUALITY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3317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SCENARIO / LOCATION / 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Ceiling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Corners</a:t>
                      </a: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Shadow Groove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Bulkhead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Cove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542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ACCEPTANCE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08534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61365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09C9C-683E-F231-6686-F78509AAE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4E2CB364-61B8-4529-A871-582E53A6D800}" type="slidenum">
              <a:rPr lang="en-US" smtClean="0"/>
              <a:pPr algn="ctr"/>
              <a:t>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5380A-5241-6DD3-7667-8AAC729735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AE" dirty="0"/>
              <a:t>Sobha Constructions LLC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F52D81-3819-09AE-387A-4DF59C751994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PAINT - SAQL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757D18-34BC-57C9-9D69-BB75144E9999}"/>
              </a:ext>
            </a:extLst>
          </p:cNvPr>
          <p:cNvSpPr txBox="1"/>
          <p:nvPr/>
        </p:nvSpPr>
        <p:spPr>
          <a:xfrm>
            <a:off x="9445362" y="2049707"/>
            <a:ext cx="2355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 inspection of painted areas shall be carried out under natural daylight or appropriate artificial lighting from all relevant directions.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EA028A-90EE-591C-C73C-AD5D46036F50}"/>
              </a:ext>
            </a:extLst>
          </p:cNvPr>
          <p:cNvSpPr txBox="1"/>
          <p:nvPr/>
        </p:nvSpPr>
        <p:spPr>
          <a:xfrm>
            <a:off x="9445362" y="3566848"/>
            <a:ext cx="2425768" cy="41070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fontAlgn="t"/>
            <a:r>
              <a:rPr lang="en-US" sz="10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 of inspection </a:t>
            </a:r>
            <a:r>
              <a:rPr lang="en-US"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Before application of the first coat of paint.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B53360-C148-F010-E844-DB5D2CBC8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15" y="1561916"/>
            <a:ext cx="3571191" cy="23913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A793BB-3796-29D9-E5AD-9D139E874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11467" y="1665946"/>
            <a:ext cx="3089622" cy="2667621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8AEE054-2623-B2C6-81D5-4ED54F939FA2}"/>
              </a:ext>
            </a:extLst>
          </p:cNvPr>
          <p:cNvCxnSpPr>
            <a:cxnSpLocks/>
            <a:endCxn id="12" idx="0"/>
          </p:cNvCxnSpPr>
          <p:nvPr/>
        </p:nvCxnSpPr>
        <p:spPr>
          <a:xfrm flipV="1">
            <a:off x="1757972" y="1659182"/>
            <a:ext cx="2335034" cy="809698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D01049-A20A-4D09-CD2A-64CBC737AEEB}"/>
              </a:ext>
            </a:extLst>
          </p:cNvPr>
          <p:cNvCxnSpPr>
            <a:cxnSpLocks/>
          </p:cNvCxnSpPr>
          <p:nvPr/>
        </p:nvCxnSpPr>
        <p:spPr>
          <a:xfrm>
            <a:off x="1796474" y="2981605"/>
            <a:ext cx="2296532" cy="585243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44C0C42D-D628-0B1C-17CF-E4665B543C38}"/>
              </a:ext>
            </a:extLst>
          </p:cNvPr>
          <p:cNvSpPr/>
          <p:nvPr/>
        </p:nvSpPr>
        <p:spPr>
          <a:xfrm>
            <a:off x="1572768" y="2468880"/>
            <a:ext cx="561081" cy="522739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98C51A-F305-4560-F259-BE118FD1F2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5956" y="1659182"/>
            <a:ext cx="1854100" cy="1907666"/>
          </a:xfrm>
          <a:prstGeom prst="ellipse">
            <a:avLst/>
          </a:prstGeom>
          <a:ln w="19050" cap="rnd">
            <a:solidFill>
              <a:srgbClr val="FF000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380C8AE-EEC0-F619-7E16-9D05544CED4C}"/>
              </a:ext>
            </a:extLst>
          </p:cNvPr>
          <p:cNvSpPr txBox="1"/>
          <p:nvPr/>
        </p:nvSpPr>
        <p:spPr>
          <a:xfrm>
            <a:off x="154509" y="6289663"/>
            <a:ext cx="105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b="1" i="1" dirty="0"/>
              <a:t>Note: </a:t>
            </a:r>
            <a:r>
              <a:rPr lang="en-US" sz="1400" i="1" dirty="0"/>
              <a:t>During keep-out inspection in case of any visual discrepancy identified, measurement verification shall be carried out based on the </a:t>
            </a:r>
            <a:r>
              <a:rPr lang="en-US" sz="1400" b="1" i="1" dirty="0"/>
              <a:t>SAQL</a:t>
            </a:r>
            <a:r>
              <a:rPr lang="en-US" sz="1400" i="1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2199555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7520A-7C6E-9888-2FF4-4A87C3120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FEF5D6F-15AF-8221-CA62-4D8F69E09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190395"/>
              </p:ext>
            </p:extLst>
          </p:nvPr>
        </p:nvGraphicFramePr>
        <p:xfrm>
          <a:off x="237066" y="798745"/>
          <a:ext cx="11704320" cy="53340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70551773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48047796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78574663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63797614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681032817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571042379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4037599576"/>
                    </a:ext>
                  </a:extLst>
                </a:gridCol>
              </a:tblGrid>
              <a:tr h="274320">
                <a:tc gridSpan="3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 DESCRIPTION / PARAMETER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Paint Touch-Up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833322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IMAGE / PARAMTER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MEASURING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169205"/>
                  </a:ext>
                </a:extLst>
              </a:tr>
              <a:tr h="2743200">
                <a:tc rowSpan="3" gridSpan="3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952691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INSTRUMENT / INSPECTION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Visual Inspection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516540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STANDING POSITION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Minimum 1 Meter in any direction.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10633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Wingdings 2" panose="05020102010507070707" pitchFamily="18" charset="2"/>
                        </a:rPr>
                        <a:t> VILLA          APARTMENT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LIGHTING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 / Ambient light /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Artificial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376049"/>
                  </a:ext>
                </a:extLst>
              </a:tr>
              <a:tr h="274320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ACCEPTABLE QUALITY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3317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SCENARIO / LOCATION / 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Ceiling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Corners</a:t>
                      </a: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Shadow Groove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Bulkhead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Cove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542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ACCEPTANCE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08534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61365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F65763-13F3-9EA9-3EFE-2EA63D128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4E2CB364-61B8-4529-A871-582E53A6D800}" type="slidenum">
              <a:rPr lang="en-US" smtClean="0"/>
              <a:pPr algn="ctr"/>
              <a:t>10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81CC9-5C4D-4369-7835-A71BB338EE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AE" dirty="0"/>
              <a:t>Sobha Constructions LLC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6F49F8-4EA5-A437-031D-1A16B1B107F5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PAINT - SAQL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E6AFFE-092F-21A3-DDAD-BD9B7180CCF0}"/>
              </a:ext>
            </a:extLst>
          </p:cNvPr>
          <p:cNvSpPr txBox="1"/>
          <p:nvPr/>
        </p:nvSpPr>
        <p:spPr>
          <a:xfrm>
            <a:off x="9445362" y="2049707"/>
            <a:ext cx="2355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 inspection of painted areas shall be carried out under natural daylight or appropriate artificial lighting from all relevant directions.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76E3BA-1872-702F-F228-785C4EF34C59}"/>
              </a:ext>
            </a:extLst>
          </p:cNvPr>
          <p:cNvSpPr txBox="1"/>
          <p:nvPr/>
        </p:nvSpPr>
        <p:spPr>
          <a:xfrm>
            <a:off x="9445362" y="3566848"/>
            <a:ext cx="2425768" cy="41070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fontAlgn="t"/>
            <a:r>
              <a:rPr lang="en-US" sz="10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 of inspection </a:t>
            </a:r>
            <a:r>
              <a:rPr lang="en-US"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Before application of the first coat of paint.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E66781-7DF6-BDCB-7463-D2FD48203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15" y="1561916"/>
            <a:ext cx="3571191" cy="23913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43F1C12-7C63-5700-4331-5DE0AB1916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26" y="1561916"/>
            <a:ext cx="2883230" cy="29233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356C11-252F-C6B4-A8DD-184FF78A80D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E3E4DE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740756" y="1555808"/>
            <a:ext cx="967302" cy="935914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C5C0C91-E61B-C13B-CB8B-42A7C152251A}"/>
              </a:ext>
            </a:extLst>
          </p:cNvPr>
          <p:cNvSpPr/>
          <p:nvPr/>
        </p:nvSpPr>
        <p:spPr>
          <a:xfrm>
            <a:off x="1150405" y="3480704"/>
            <a:ext cx="274320" cy="26631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988374-0FA9-8B56-80E7-9C3C5193D13F}"/>
              </a:ext>
            </a:extLst>
          </p:cNvPr>
          <p:cNvCxnSpPr>
            <a:cxnSpLocks/>
          </p:cNvCxnSpPr>
          <p:nvPr/>
        </p:nvCxnSpPr>
        <p:spPr>
          <a:xfrm flipV="1">
            <a:off x="1424725" y="1555808"/>
            <a:ext cx="2316031" cy="1924896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AF5417-05DB-9528-03FF-ACA1380D7C31}"/>
              </a:ext>
            </a:extLst>
          </p:cNvPr>
          <p:cNvCxnSpPr>
            <a:cxnSpLocks/>
          </p:cNvCxnSpPr>
          <p:nvPr/>
        </p:nvCxnSpPr>
        <p:spPr>
          <a:xfrm>
            <a:off x="1424725" y="3760718"/>
            <a:ext cx="2316031" cy="697169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A58770CD-4734-FE19-DE03-457DD5D49DA6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E3E4DD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66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40756" y="2579651"/>
            <a:ext cx="967302" cy="935914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1F00242-A9AC-45E8-11C0-1D97BCE3B987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E3E4DE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40756" y="3573319"/>
            <a:ext cx="971167" cy="91196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9D6142-221D-6C4F-3272-463061174D9D}"/>
              </a:ext>
            </a:extLst>
          </p:cNvPr>
          <p:cNvSpPr txBox="1"/>
          <p:nvPr/>
        </p:nvSpPr>
        <p:spPr>
          <a:xfrm>
            <a:off x="154509" y="6289663"/>
            <a:ext cx="105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b="1" i="1" dirty="0"/>
              <a:t>Note: </a:t>
            </a:r>
            <a:r>
              <a:rPr lang="en-US" sz="1400" i="1" dirty="0"/>
              <a:t>During keep-out inspection in case of any visual discrepancy identified, measurement verification shall be carried out based on the </a:t>
            </a:r>
            <a:r>
              <a:rPr lang="en-US" sz="1400" b="1" i="1" dirty="0"/>
              <a:t>SAQL</a:t>
            </a:r>
            <a:r>
              <a:rPr lang="en-US" sz="1400" i="1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699470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DBCA9-FEC8-53EF-435A-7D30B87BA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1D5957-61DA-3EBC-F5C9-D57A92039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517155"/>
              </p:ext>
            </p:extLst>
          </p:nvPr>
        </p:nvGraphicFramePr>
        <p:xfrm>
          <a:off x="237066" y="798745"/>
          <a:ext cx="11704320" cy="53340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70551773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48047796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78574663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63797614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681032817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571042379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4037599576"/>
                    </a:ext>
                  </a:extLst>
                </a:gridCol>
              </a:tblGrid>
              <a:tr h="274320">
                <a:tc gridSpan="3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 DESCRIPTION / PARAMETER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Paint Bubbles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833322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IMAGE / PARAMTER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MEASURING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169205"/>
                  </a:ext>
                </a:extLst>
              </a:tr>
              <a:tr h="2743200">
                <a:tc rowSpan="3" gridSpan="3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952691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INSTRUMENT / INSPECTION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Visual Inspection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516540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STANDING POSITION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Minimum 1 Meter in any direction.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10633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Wingdings 2" panose="05020102010507070707" pitchFamily="18" charset="2"/>
                        </a:rPr>
                        <a:t> VILLA          APARTMENT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LIGHTING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 / Ambient light /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Artificial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376049"/>
                  </a:ext>
                </a:extLst>
              </a:tr>
              <a:tr h="274320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ACCEPTABLE QUALITY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3317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SCENARIO / LOCATION / 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Ceiling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Corners</a:t>
                      </a: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Shadow Groove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Bulkhead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Cove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542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ACCEPTANCE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08534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61365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BF4D97-F668-D51A-8BD4-12C66C227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4E2CB364-61B8-4529-A871-582E53A6D800}" type="slidenum">
              <a:rPr lang="en-US" smtClean="0"/>
              <a:pPr algn="ctr"/>
              <a:t>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48722-725F-C21C-AEC1-46E78FA345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AE" dirty="0"/>
              <a:t>Sobha Constructions LLC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F27B8F-92F1-067E-3EA5-C7A0CE1FC335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PAINT - SAQL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2CA85A-FBAC-29FF-EB17-50FA9FC8555C}"/>
              </a:ext>
            </a:extLst>
          </p:cNvPr>
          <p:cNvSpPr txBox="1"/>
          <p:nvPr/>
        </p:nvSpPr>
        <p:spPr>
          <a:xfrm>
            <a:off x="9445362" y="2049707"/>
            <a:ext cx="2355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 inspection of painted areas shall be carried out under natural daylight or appropriate artificial lighting from all relevant directions.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5AD11B-29C3-A045-F01B-B7C89752D2B3}"/>
              </a:ext>
            </a:extLst>
          </p:cNvPr>
          <p:cNvSpPr txBox="1"/>
          <p:nvPr/>
        </p:nvSpPr>
        <p:spPr>
          <a:xfrm>
            <a:off x="9445362" y="3566848"/>
            <a:ext cx="2425768" cy="41070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fontAlgn="t"/>
            <a:r>
              <a:rPr lang="en-US" sz="10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 of inspection </a:t>
            </a:r>
            <a:r>
              <a:rPr lang="en-US"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Before application of the first coat of paint.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3C54D5-5834-6191-64FB-7ACE67026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15" y="1561916"/>
            <a:ext cx="3571191" cy="23913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84A28E-BFDF-7D3D-229B-2AD7ED336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26" y="1489548"/>
            <a:ext cx="3045330" cy="2981868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0B3FB34-5628-94F8-E8A2-73EBEA79E572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1461685" y="1781136"/>
            <a:ext cx="3007654" cy="870624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89B8F9F-11C1-3ADD-A910-CAD8FB9F1901}"/>
              </a:ext>
            </a:extLst>
          </p:cNvPr>
          <p:cNvCxnSpPr>
            <a:cxnSpLocks/>
            <a:stCxn id="15" idx="4"/>
            <a:endCxn id="16" idx="4"/>
          </p:cNvCxnSpPr>
          <p:nvPr/>
        </p:nvCxnSpPr>
        <p:spPr>
          <a:xfrm>
            <a:off x="1461685" y="3110620"/>
            <a:ext cx="3168226" cy="612846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62C8F558-D990-D9FA-639B-24223AA45237}"/>
              </a:ext>
            </a:extLst>
          </p:cNvPr>
          <p:cNvSpPr/>
          <p:nvPr/>
        </p:nvSpPr>
        <p:spPr>
          <a:xfrm>
            <a:off x="1246801" y="2651760"/>
            <a:ext cx="429768" cy="45886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ADB83E3-EACF-2FC1-737E-F1F455F36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2248" y="1781136"/>
            <a:ext cx="1895326" cy="1942330"/>
          </a:xfrm>
          <a:prstGeom prst="ellipse">
            <a:avLst/>
          </a:prstGeom>
          <a:ln w="19050" cap="rnd">
            <a:solidFill>
              <a:srgbClr val="FF000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C3FCC5-4260-4185-F11A-BEAA5C228E2C}"/>
              </a:ext>
            </a:extLst>
          </p:cNvPr>
          <p:cNvSpPr txBox="1"/>
          <p:nvPr/>
        </p:nvSpPr>
        <p:spPr>
          <a:xfrm>
            <a:off x="154509" y="6289663"/>
            <a:ext cx="105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b="1" i="1" dirty="0"/>
              <a:t>Note: </a:t>
            </a:r>
            <a:r>
              <a:rPr lang="en-US" sz="1400" i="1" dirty="0"/>
              <a:t>During keep-out inspection in case of any visual discrepancy identified, measurement verification shall be carried out based on the </a:t>
            </a:r>
            <a:r>
              <a:rPr lang="en-US" sz="1400" b="1" i="1" dirty="0"/>
              <a:t>SAQL</a:t>
            </a:r>
            <a:r>
              <a:rPr lang="en-US" sz="1400" i="1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4199715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4EBB5-9D55-46BF-AEB4-C37151AD5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4C9E6-F4EF-E29F-E6B6-8FD87256C2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652884"/>
              </p:ext>
            </p:extLst>
          </p:nvPr>
        </p:nvGraphicFramePr>
        <p:xfrm>
          <a:off x="237066" y="798745"/>
          <a:ext cx="11704320" cy="53340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70551773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48047796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78574663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63797614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681032817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571042379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4037599576"/>
                    </a:ext>
                  </a:extLst>
                </a:gridCol>
              </a:tblGrid>
              <a:tr h="274320">
                <a:tc gridSpan="3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 DESCRIPTION / PARAMETER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Improper Paint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833322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IMAGE / PARAMTER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MEASURING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169205"/>
                  </a:ext>
                </a:extLst>
              </a:tr>
              <a:tr h="2743200">
                <a:tc rowSpan="3" gridSpan="3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952691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INSTRUMENT / INSPECTION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Visual Inspection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516540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STANDING POSITION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Minimum 1 Meter in any direction.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10633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Wingdings 2" panose="05020102010507070707" pitchFamily="18" charset="2"/>
                        </a:rPr>
                        <a:t> VILLA          APARTMENT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LIGHTING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 / Ambient light /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Artificial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376049"/>
                  </a:ext>
                </a:extLst>
              </a:tr>
              <a:tr h="274320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ACCEPTABLE QUALITY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3317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SCENARIO / LOCATION / 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Ceiling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Corners</a:t>
                      </a: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Shadow Groove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Bulkhead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Cove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542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ACCEPTANCE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08534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61365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3D6211-5A6C-341C-8FB9-9FCF09735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4E2CB364-61B8-4529-A871-582E53A6D800}" type="slidenum">
              <a:rPr lang="en-US" smtClean="0"/>
              <a:pPr algn="ctr"/>
              <a:t>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24A9C-D14C-3BA3-904C-775214C08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AE" dirty="0"/>
              <a:t>Sobha Constructions LLC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BA7F09-E5DD-86BF-61E1-13EDC71DFA53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PAINT - SAQL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63A849-23E4-CF47-51B2-A04D5E6CFD39}"/>
              </a:ext>
            </a:extLst>
          </p:cNvPr>
          <p:cNvSpPr txBox="1"/>
          <p:nvPr/>
        </p:nvSpPr>
        <p:spPr>
          <a:xfrm>
            <a:off x="9445362" y="2049707"/>
            <a:ext cx="2355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 inspection of painted areas shall be carried out under natural daylight or appropriate artificial lighting from all relevant directions.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F52589-B507-88D2-EE7D-2006880FDF9C}"/>
              </a:ext>
            </a:extLst>
          </p:cNvPr>
          <p:cNvSpPr txBox="1"/>
          <p:nvPr/>
        </p:nvSpPr>
        <p:spPr>
          <a:xfrm>
            <a:off x="9445362" y="3566848"/>
            <a:ext cx="2425768" cy="41070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fontAlgn="t"/>
            <a:r>
              <a:rPr lang="en-US" sz="10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 of inspection </a:t>
            </a:r>
            <a:r>
              <a:rPr lang="en-US"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Before application of the first coat of paint.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B2EC3B-5007-02AE-C379-2D8B15822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15" y="1561916"/>
            <a:ext cx="3571191" cy="23913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B63BC8-FE72-44C3-74C8-969172028D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9138" y="1433117"/>
            <a:ext cx="4535888" cy="314010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054A064-4819-B689-4C77-960D034EE0E4}"/>
              </a:ext>
            </a:extLst>
          </p:cNvPr>
          <p:cNvSpPr/>
          <p:nvPr/>
        </p:nvSpPr>
        <p:spPr>
          <a:xfrm rot="15822033">
            <a:off x="1573189" y="2438801"/>
            <a:ext cx="2825142" cy="1051251"/>
          </a:xfrm>
          <a:prstGeom prst="roundRect">
            <a:avLst>
              <a:gd name="adj" fmla="val 10503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B8BEEC-11E8-4C07-3B98-57EA97AA30FB}"/>
              </a:ext>
            </a:extLst>
          </p:cNvPr>
          <p:cNvSpPr txBox="1"/>
          <p:nvPr/>
        </p:nvSpPr>
        <p:spPr>
          <a:xfrm>
            <a:off x="154509" y="6289663"/>
            <a:ext cx="105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b="1" i="1" dirty="0"/>
              <a:t>Note: </a:t>
            </a:r>
            <a:r>
              <a:rPr lang="en-US" sz="1400" i="1" dirty="0"/>
              <a:t>During keep-out inspection in case of any visual discrepancy identified, measurement verification shall be carried out based on the </a:t>
            </a:r>
            <a:r>
              <a:rPr lang="en-US" sz="1400" b="1" i="1" dirty="0"/>
              <a:t>SAQL</a:t>
            </a:r>
            <a:r>
              <a:rPr lang="en-US" sz="1400" i="1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953928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F7105-EB08-05BB-1705-CB8B55F6E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56CA3F7-B086-4A74-4EAE-094B71FE2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689462"/>
              </p:ext>
            </p:extLst>
          </p:nvPr>
        </p:nvGraphicFramePr>
        <p:xfrm>
          <a:off x="237066" y="798745"/>
          <a:ext cx="11704320" cy="53340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70551773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48047796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78574663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63797614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681032817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571042379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4037599576"/>
                    </a:ext>
                  </a:extLst>
                </a:gridCol>
              </a:tblGrid>
              <a:tr h="274320">
                <a:tc gridSpan="3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 DESCRIPTION / PARAMETER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Paint Shade Variation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833322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IMAGE / PARAMTER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MEASURING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169205"/>
                  </a:ext>
                </a:extLst>
              </a:tr>
              <a:tr h="2743200">
                <a:tc rowSpan="3" gridSpan="3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952691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INSTRUMENT / INSPECTION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Visual Inspection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516540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STANDING POSITION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Minimum 1 Meter in any direction.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10633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Wingdings 2" panose="05020102010507070707" pitchFamily="18" charset="2"/>
                        </a:rPr>
                        <a:t> VILLA          APARTMENT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LIGHTING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 / Ambient light /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Artificial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376049"/>
                  </a:ext>
                </a:extLst>
              </a:tr>
              <a:tr h="274320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ACCEPTABLE QUALITY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3317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SCENARIO / LOCATION / 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Ceiling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Corners</a:t>
                      </a: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Shadow Groove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Bulkhead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Cove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542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ACCEPTANCE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visible from 1 meter at any angle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08534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61365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FC375E-771D-3111-7890-9A6383FCA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4E2CB364-61B8-4529-A871-582E53A6D800}" type="slidenum">
              <a:rPr lang="en-US" smtClean="0"/>
              <a:pPr algn="ctr"/>
              <a:t>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7A5B00-E5DB-8310-E445-C07E64E1BE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AE" dirty="0"/>
              <a:t>Sobha Constructions LLC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869E10-6FA1-A869-7537-081BD67CCE10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PAINT - SAQL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D0E480-0AA1-A3F6-2A8B-E3B6858D5637}"/>
              </a:ext>
            </a:extLst>
          </p:cNvPr>
          <p:cNvSpPr txBox="1"/>
          <p:nvPr/>
        </p:nvSpPr>
        <p:spPr>
          <a:xfrm>
            <a:off x="9445362" y="2049707"/>
            <a:ext cx="2355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 inspection of painted areas shall be carried out under natural daylight or appropriate artificial lighting from all relevant directions.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25C2F7-047E-1552-3505-987D1CAF5EB8}"/>
              </a:ext>
            </a:extLst>
          </p:cNvPr>
          <p:cNvSpPr txBox="1"/>
          <p:nvPr/>
        </p:nvSpPr>
        <p:spPr>
          <a:xfrm>
            <a:off x="9445362" y="3566848"/>
            <a:ext cx="2425768" cy="41070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fontAlgn="t"/>
            <a:r>
              <a:rPr lang="en-US" sz="10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 of inspection </a:t>
            </a:r>
            <a:r>
              <a:rPr lang="en-US"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Before application of the first coat of paint.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975B84-099F-B60E-C33B-E66E66042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15" y="1561916"/>
            <a:ext cx="3571191" cy="23913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4244E4-96FE-C794-6159-52C9AB414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0870" y="1435918"/>
            <a:ext cx="2557270" cy="30995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60458E-C686-1906-3D1A-C4F968D368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53220"/>
          <a:stretch>
            <a:fillRect/>
          </a:stretch>
        </p:blipFill>
        <p:spPr>
          <a:xfrm>
            <a:off x="3019029" y="1435918"/>
            <a:ext cx="2557270" cy="30995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6B7612B-3DC0-F643-FAAF-0F0DDE87DF53}"/>
              </a:ext>
            </a:extLst>
          </p:cNvPr>
          <p:cNvSpPr/>
          <p:nvPr/>
        </p:nvSpPr>
        <p:spPr>
          <a:xfrm>
            <a:off x="1599505" y="2622800"/>
            <a:ext cx="792287" cy="1775584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F83F840-06C9-0E28-3D23-0715B4817814}"/>
              </a:ext>
            </a:extLst>
          </p:cNvPr>
          <p:cNvSpPr/>
          <p:nvPr/>
        </p:nvSpPr>
        <p:spPr>
          <a:xfrm rot="1162599">
            <a:off x="3225884" y="2529347"/>
            <a:ext cx="2143561" cy="1282907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9BB2D8-DCFC-70FD-E86D-D8CEE5392A37}"/>
              </a:ext>
            </a:extLst>
          </p:cNvPr>
          <p:cNvSpPr txBox="1"/>
          <p:nvPr/>
        </p:nvSpPr>
        <p:spPr>
          <a:xfrm>
            <a:off x="154509" y="6289663"/>
            <a:ext cx="105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b="1" i="1" dirty="0"/>
              <a:t>Note: </a:t>
            </a:r>
            <a:r>
              <a:rPr lang="en-US" sz="1400" i="1" dirty="0"/>
              <a:t>During keep-out inspection in case of any visual discrepancy identified, measurement verification shall be carried out based on the </a:t>
            </a:r>
            <a:r>
              <a:rPr lang="en-US" sz="1400" b="1" i="1" dirty="0"/>
              <a:t>SAQL</a:t>
            </a:r>
            <a:r>
              <a:rPr lang="en-US" sz="1400" i="1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493407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5E6AC-9A53-F12F-8445-01DA0525C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A0B9F-3B08-098A-D9B9-BB0FFFEBA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517063"/>
              </p:ext>
            </p:extLst>
          </p:nvPr>
        </p:nvGraphicFramePr>
        <p:xfrm>
          <a:off x="237066" y="798745"/>
          <a:ext cx="11704320" cy="521208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70551773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48047796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78574663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63797614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681032817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571042379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4037599576"/>
                    </a:ext>
                  </a:extLst>
                </a:gridCol>
              </a:tblGrid>
              <a:tr h="274320">
                <a:tc gridSpan="3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 DESCRIPTION / PARAMETER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Skirting vs Wall paint flushness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833322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IMAGE / PARAMTER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MEASURING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169205"/>
                  </a:ext>
                </a:extLst>
              </a:tr>
              <a:tr h="2743200">
                <a:tc rowSpan="3" gridSpan="3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952691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INSTRUMENT / INSPECTION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Straight Edge &amp; Feeler gauge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516540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STANDING POSITION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As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10633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Wingdings 2" panose="05020102010507070707" pitchFamily="18" charset="2"/>
                        </a:rPr>
                        <a:t> VILLA          APARTMENT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LIGHTING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 / Ambient light /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Artificial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376049"/>
                  </a:ext>
                </a:extLst>
              </a:tr>
              <a:tr h="274320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ACCEPTABLE QUALITY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3317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SCENARIO / LOCATION / 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Ceiling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Corners</a:t>
                      </a: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Shadow Groove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Bulkhead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Cove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542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ACCEPTANCE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0.5 mm Max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mm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08534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61365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A344C6-5A90-A291-23D5-D2129B6CA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4E2CB364-61B8-4529-A871-582E53A6D800}" type="slidenum">
              <a:rPr lang="en-US" smtClean="0"/>
              <a:pPr algn="ctr"/>
              <a:t>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283CF-D4F6-7298-E3D3-F30F15E00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AE" dirty="0"/>
              <a:t>Sobha Constructions LLC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81260C-3B69-F931-9C77-567B9D6CF5F0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PAINT - SAQL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242BE5-189E-A3EC-98F3-CDA509EFBC25}"/>
              </a:ext>
            </a:extLst>
          </p:cNvPr>
          <p:cNvSpPr txBox="1"/>
          <p:nvPr/>
        </p:nvSpPr>
        <p:spPr>
          <a:xfrm>
            <a:off x="9445362" y="2009741"/>
            <a:ext cx="23555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Place 3-meter straight edge flat on the skirting against the wall paint surface.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Confirm that the gap measured with a feeler gauge does not exceed 0.5 mm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2B2710-2C90-D259-0BF2-E4E4CB73DE55}"/>
              </a:ext>
            </a:extLst>
          </p:cNvPr>
          <p:cNvSpPr txBox="1"/>
          <p:nvPr/>
        </p:nvSpPr>
        <p:spPr>
          <a:xfrm>
            <a:off x="9445362" y="3566848"/>
            <a:ext cx="2425768" cy="41070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fontAlgn="t"/>
            <a:r>
              <a:rPr lang="en-US" sz="10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 of inspection </a:t>
            </a:r>
            <a:r>
              <a:rPr lang="en-US"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Before application of the first coat of paint.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BC8F7F-EC7B-8EAE-050D-044D24D19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1744" y="1435918"/>
            <a:ext cx="2412828" cy="30903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BA413B7-BAE4-A9F0-1C8E-5E3313605FFB}"/>
              </a:ext>
            </a:extLst>
          </p:cNvPr>
          <p:cNvSpPr/>
          <p:nvPr/>
        </p:nvSpPr>
        <p:spPr>
          <a:xfrm>
            <a:off x="554683" y="2651761"/>
            <a:ext cx="1143000" cy="1280160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4D22C8-8A94-A392-27DB-B6BF3AA266F2}"/>
              </a:ext>
            </a:extLst>
          </p:cNvPr>
          <p:cNvSpPr txBox="1"/>
          <p:nvPr/>
        </p:nvSpPr>
        <p:spPr>
          <a:xfrm>
            <a:off x="351744" y="4257085"/>
            <a:ext cx="8041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Wall Area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AE26D07-6058-1546-A704-A23C0D87A5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brightnessContrast bright="10000" contrast="2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91086" y="1665205"/>
            <a:ext cx="1655977" cy="22667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BC7A390-F935-4AFF-B39F-C99D605961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35937" y="1435918"/>
            <a:ext cx="2412828" cy="30903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E9CC1FF-D758-AB6E-170F-79067D007676}"/>
              </a:ext>
            </a:extLst>
          </p:cNvPr>
          <p:cNvSpPr/>
          <p:nvPr/>
        </p:nvSpPr>
        <p:spPr>
          <a:xfrm>
            <a:off x="4053751" y="3429000"/>
            <a:ext cx="770272" cy="950933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44FBBE-87EE-DABB-3B8A-6DB684B2A0E7}"/>
              </a:ext>
            </a:extLst>
          </p:cNvPr>
          <p:cNvSpPr txBox="1"/>
          <p:nvPr/>
        </p:nvSpPr>
        <p:spPr>
          <a:xfrm>
            <a:off x="3052480" y="4249281"/>
            <a:ext cx="9523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Corner Area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E7F1E72-E0E1-B335-9A8A-4197B944DA6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25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18224" y="1665204"/>
            <a:ext cx="1655977" cy="22667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48F9221-07AA-6597-7F24-72418FFADE41}"/>
              </a:ext>
            </a:extLst>
          </p:cNvPr>
          <p:cNvSpPr/>
          <p:nvPr/>
        </p:nvSpPr>
        <p:spPr>
          <a:xfrm>
            <a:off x="6096000" y="2651761"/>
            <a:ext cx="770272" cy="950933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104BACC-6A73-08AC-0913-7B6AA05385E6}"/>
              </a:ext>
            </a:extLst>
          </p:cNvPr>
          <p:cNvSpPr/>
          <p:nvPr/>
        </p:nvSpPr>
        <p:spPr>
          <a:xfrm>
            <a:off x="8153921" y="2816374"/>
            <a:ext cx="770272" cy="950933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B02630-D449-060E-2E4B-9EF835E2A973}"/>
              </a:ext>
            </a:extLst>
          </p:cNvPr>
          <p:cNvSpPr txBox="1"/>
          <p:nvPr/>
        </p:nvSpPr>
        <p:spPr>
          <a:xfrm>
            <a:off x="154509" y="6289663"/>
            <a:ext cx="105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b="1" i="1" dirty="0"/>
              <a:t>Note: </a:t>
            </a:r>
            <a:r>
              <a:rPr lang="en-US" sz="1400" i="1" dirty="0"/>
              <a:t>During keep-out inspection in case of any visual discrepancy identified, measurement verification shall be carried out based on the </a:t>
            </a:r>
            <a:r>
              <a:rPr lang="en-US" sz="1400" b="1" i="1" dirty="0"/>
              <a:t>SAQL</a:t>
            </a:r>
            <a:r>
              <a:rPr lang="en-US" sz="1400" i="1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3451062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7FAEE-95E7-B768-52E4-979D3E993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1E0DAE2-3468-1C99-165E-048D6E451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578756"/>
              </p:ext>
            </p:extLst>
          </p:nvPr>
        </p:nvGraphicFramePr>
        <p:xfrm>
          <a:off x="237066" y="798745"/>
          <a:ext cx="11704320" cy="521208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70551773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48047796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78574663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63797614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681032817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571042379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4037599576"/>
                    </a:ext>
                  </a:extLst>
                </a:gridCol>
              </a:tblGrid>
              <a:tr h="274320">
                <a:tc gridSpan="3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 DESCRIPTION / PARAMETER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Paint - Staircase bottom undulation (Flatness)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833322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IMAGE / PARAMTER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MEASURING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169205"/>
                  </a:ext>
                </a:extLst>
              </a:tr>
              <a:tr h="2743200">
                <a:tc rowSpan="3" gridSpan="3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952691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INSTRUMENT / INSPECTION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Straight Edge, Feeler gauge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516540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STANDING POSITION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As required.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10633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Wingdings 2" panose="05020102010507070707" pitchFamily="18" charset="2"/>
                        </a:rPr>
                        <a:t> VILLA          APARTMENT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LIGHTING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 / Ambient light /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Artificial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376049"/>
                  </a:ext>
                </a:extLst>
              </a:tr>
              <a:tr h="274320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ACCEPTABLE QUALITY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3317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SCENARIO / LOCATION / 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Ceiling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Corners</a:t>
                      </a: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Shadow Groove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Bulkhead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Cove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542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ACCEPTANCE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1mm </a:t>
                      </a: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/ Sofit width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08534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61365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5C3C5E-3106-5D2E-D543-17629E84A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4E2CB364-61B8-4529-A871-582E53A6D800}" type="slidenum">
              <a:rPr lang="en-US" smtClean="0"/>
              <a:pPr algn="ctr"/>
              <a:t>15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F6B947-9D8F-8CB4-8ED2-1A95CEA042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AE" dirty="0"/>
              <a:t>Sobha Constructions LLC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DC3536-D538-41FB-7BDF-603F18A062A9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PAINT - SAQL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EA8300-B113-13ED-8A69-574A01AFB35B}"/>
              </a:ext>
            </a:extLst>
          </p:cNvPr>
          <p:cNvSpPr txBox="1"/>
          <p:nvPr/>
        </p:nvSpPr>
        <p:spPr>
          <a:xfrm>
            <a:off x="9445362" y="2009741"/>
            <a:ext cx="23555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Place the straight edge flat against the painted surface at the staircase bottom.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 the flatness deviation does not exceed 1 mm along the full length.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D41C58-976C-5E04-B475-9B18C19BA081}"/>
              </a:ext>
            </a:extLst>
          </p:cNvPr>
          <p:cNvSpPr txBox="1"/>
          <p:nvPr/>
        </p:nvSpPr>
        <p:spPr>
          <a:xfrm>
            <a:off x="9445362" y="3566848"/>
            <a:ext cx="2425768" cy="41070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fontAlgn="t"/>
            <a:r>
              <a:rPr lang="en-US" sz="10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 of inspection </a:t>
            </a:r>
            <a:r>
              <a:rPr lang="en-US"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Before application of the first coat of paint.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BE7946-76B3-30AB-8A8C-9965528492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63" t="28672" r="28754" b="21913"/>
          <a:stretch>
            <a:fillRect/>
          </a:stretch>
        </p:blipFill>
        <p:spPr>
          <a:xfrm>
            <a:off x="2504299" y="2932765"/>
            <a:ext cx="3103287" cy="16296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F7C9EB9-3332-0655-5D5B-2D0159A70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035" y="1429311"/>
            <a:ext cx="3477815" cy="2548239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3F378D5-C0F4-4A4A-8822-31D5FF340339}"/>
              </a:ext>
            </a:extLst>
          </p:cNvPr>
          <p:cNvCxnSpPr>
            <a:cxnSpLocks/>
          </p:cNvCxnSpPr>
          <p:nvPr/>
        </p:nvCxnSpPr>
        <p:spPr>
          <a:xfrm>
            <a:off x="6641091" y="2472649"/>
            <a:ext cx="157131" cy="17468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EC48FF6-6243-900E-6B49-D780258F03BA}"/>
              </a:ext>
            </a:extLst>
          </p:cNvPr>
          <p:cNvCxnSpPr>
            <a:cxnSpLocks/>
          </p:cNvCxnSpPr>
          <p:nvPr/>
        </p:nvCxnSpPr>
        <p:spPr>
          <a:xfrm>
            <a:off x="6890011" y="2479248"/>
            <a:ext cx="157131" cy="17468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B57F7F3-CFEB-8420-C9E9-83FBE263C5F4}"/>
              </a:ext>
            </a:extLst>
          </p:cNvPr>
          <p:cNvCxnSpPr>
            <a:cxnSpLocks/>
          </p:cNvCxnSpPr>
          <p:nvPr/>
        </p:nvCxnSpPr>
        <p:spPr>
          <a:xfrm>
            <a:off x="7193280" y="2483307"/>
            <a:ext cx="0" cy="16506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B828F7C-2208-8B8E-0701-D3C2FAE53F22}"/>
              </a:ext>
            </a:extLst>
          </p:cNvPr>
          <p:cNvCxnSpPr>
            <a:cxnSpLocks/>
          </p:cNvCxnSpPr>
          <p:nvPr/>
        </p:nvCxnSpPr>
        <p:spPr>
          <a:xfrm>
            <a:off x="7411720" y="2483307"/>
            <a:ext cx="0" cy="16506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B1710FC-CE05-4768-9394-282A21F4B164}"/>
              </a:ext>
            </a:extLst>
          </p:cNvPr>
          <p:cNvCxnSpPr>
            <a:cxnSpLocks/>
          </p:cNvCxnSpPr>
          <p:nvPr/>
        </p:nvCxnSpPr>
        <p:spPr>
          <a:xfrm>
            <a:off x="7625080" y="2486868"/>
            <a:ext cx="0" cy="16506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2EC9B46-521E-3171-D4B6-2F162927AE1B}"/>
              </a:ext>
            </a:extLst>
          </p:cNvPr>
          <p:cNvCxnSpPr>
            <a:cxnSpLocks/>
          </p:cNvCxnSpPr>
          <p:nvPr/>
        </p:nvCxnSpPr>
        <p:spPr>
          <a:xfrm>
            <a:off x="7838440" y="2483307"/>
            <a:ext cx="0" cy="16506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5B729B6-4968-7613-808C-A2B3D8CB1919}"/>
              </a:ext>
            </a:extLst>
          </p:cNvPr>
          <p:cNvCxnSpPr>
            <a:cxnSpLocks/>
          </p:cNvCxnSpPr>
          <p:nvPr/>
        </p:nvCxnSpPr>
        <p:spPr>
          <a:xfrm>
            <a:off x="8057890" y="2483307"/>
            <a:ext cx="0" cy="16506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342A8D1-89A5-1785-7CA4-2B01198311DB}"/>
              </a:ext>
            </a:extLst>
          </p:cNvPr>
          <p:cNvCxnSpPr>
            <a:cxnSpLocks/>
          </p:cNvCxnSpPr>
          <p:nvPr/>
        </p:nvCxnSpPr>
        <p:spPr>
          <a:xfrm flipH="1">
            <a:off x="8622564" y="2486868"/>
            <a:ext cx="75827" cy="16451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49102D-8176-6FA4-8BF8-DBAEE81A0349}"/>
              </a:ext>
            </a:extLst>
          </p:cNvPr>
          <p:cNvCxnSpPr>
            <a:cxnSpLocks/>
          </p:cNvCxnSpPr>
          <p:nvPr/>
        </p:nvCxnSpPr>
        <p:spPr>
          <a:xfrm flipH="1">
            <a:off x="8864134" y="2486868"/>
            <a:ext cx="85133" cy="16451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7D42E31-41F2-736D-EE16-4BDA1F56452C}"/>
              </a:ext>
            </a:extLst>
          </p:cNvPr>
          <p:cNvCxnSpPr>
            <a:cxnSpLocks/>
          </p:cNvCxnSpPr>
          <p:nvPr/>
        </p:nvCxnSpPr>
        <p:spPr>
          <a:xfrm>
            <a:off x="8210290" y="2472649"/>
            <a:ext cx="0" cy="16506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051F8DA-819B-9AB8-2359-D4A4477BCD5E}"/>
              </a:ext>
            </a:extLst>
          </p:cNvPr>
          <p:cNvCxnSpPr>
            <a:cxnSpLocks/>
          </p:cNvCxnSpPr>
          <p:nvPr/>
        </p:nvCxnSpPr>
        <p:spPr>
          <a:xfrm>
            <a:off x="8345757" y="2479248"/>
            <a:ext cx="0" cy="16506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D3F06C5-6CE8-D6E4-06B4-DB12A64249A4}"/>
              </a:ext>
            </a:extLst>
          </p:cNvPr>
          <p:cNvCxnSpPr>
            <a:cxnSpLocks/>
          </p:cNvCxnSpPr>
          <p:nvPr/>
        </p:nvCxnSpPr>
        <p:spPr>
          <a:xfrm>
            <a:off x="8498157" y="2486868"/>
            <a:ext cx="0" cy="16506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Picture 54">
            <a:extLst>
              <a:ext uri="{FF2B5EF4-FFF2-40B4-BE49-F238E27FC236}">
                <a16:creationId xmlns:a16="http://schemas.microsoft.com/office/drawing/2014/main" id="{8851195C-8BFF-69D0-2EC5-E040D1D361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1363" y="1422949"/>
            <a:ext cx="2121147" cy="31394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B834109F-D2E1-17C4-0329-7D0781638B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04299" y="1429311"/>
            <a:ext cx="3103287" cy="14362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FF4D5E6-D3EF-C5D1-38AA-7086014C3306}"/>
              </a:ext>
            </a:extLst>
          </p:cNvPr>
          <p:cNvSpPr/>
          <p:nvPr/>
        </p:nvSpPr>
        <p:spPr>
          <a:xfrm>
            <a:off x="2638347" y="1477436"/>
            <a:ext cx="2835190" cy="455142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83D05E30-D85C-B104-807A-7376674D102D}"/>
              </a:ext>
            </a:extLst>
          </p:cNvPr>
          <p:cNvSpPr/>
          <p:nvPr/>
        </p:nvSpPr>
        <p:spPr>
          <a:xfrm>
            <a:off x="3471250" y="3025404"/>
            <a:ext cx="1497374" cy="455142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89A447E2-4165-22A7-6C3F-66F29CF648E3}"/>
              </a:ext>
            </a:extLst>
          </p:cNvPr>
          <p:cNvSpPr/>
          <p:nvPr/>
        </p:nvSpPr>
        <p:spPr>
          <a:xfrm>
            <a:off x="276174" y="2035960"/>
            <a:ext cx="1408247" cy="455142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CD9C54-DCBB-F1AA-D9FE-3AEB7E20CEA0}"/>
              </a:ext>
            </a:extLst>
          </p:cNvPr>
          <p:cNvSpPr txBox="1"/>
          <p:nvPr/>
        </p:nvSpPr>
        <p:spPr>
          <a:xfrm>
            <a:off x="154509" y="6289663"/>
            <a:ext cx="105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b="1" i="1" dirty="0"/>
              <a:t>Note: </a:t>
            </a:r>
            <a:r>
              <a:rPr lang="en-US" sz="1400" i="1" dirty="0"/>
              <a:t>During keep-out inspection in case of any visual discrepancy identified, measurement verification shall be carried out based on the </a:t>
            </a:r>
            <a:r>
              <a:rPr lang="en-US" sz="1400" b="1" i="1" dirty="0"/>
              <a:t>SAQL</a:t>
            </a:r>
            <a:r>
              <a:rPr lang="en-US" sz="1400" i="1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2564519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9BE61-FFF4-B1A3-B3E2-DA750BA58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501F63C-6656-89C3-5D42-F9373A5D85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888213"/>
              </p:ext>
            </p:extLst>
          </p:nvPr>
        </p:nvGraphicFramePr>
        <p:xfrm>
          <a:off x="237066" y="798745"/>
          <a:ext cx="11704320" cy="53340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70551773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48047796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78574663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63797614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681032817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571042379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4037599576"/>
                    </a:ext>
                  </a:extLst>
                </a:gridCol>
              </a:tblGrid>
              <a:tr h="274320">
                <a:tc gridSpan="3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 DESCRIPTION / PARAMETER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Paint - Corner Waviness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833322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IMAGE / PARAMTER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MEASURING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169205"/>
                  </a:ext>
                </a:extLst>
              </a:tr>
              <a:tr h="2743200">
                <a:tc rowSpan="3" gridSpan="3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952691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INSTRUMENT / INSPECTION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Straight Edge, Feeler gauge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516540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STANDING POSITION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As required.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10633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Wingdings 2" panose="05020102010507070707" pitchFamily="18" charset="2"/>
                        </a:rPr>
                        <a:t> VILLA          APARTMENT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LIGHTING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 / Ambient light /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Artificial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376049"/>
                  </a:ext>
                </a:extLst>
              </a:tr>
              <a:tr h="274320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ACCEPTABLE QUALITY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3317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SCENARIO / LOCATION / 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Ceiling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Corners</a:t>
                      </a: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Shadow Groove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Bulkhead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Cove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542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ACCEPTANCE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mm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mm (Wall side)</a:t>
                      </a:r>
                    </a:p>
                    <a:p>
                      <a:pPr algn="ctr"/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0mm (Metal Side)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mm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08534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61365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125020-E6E0-252A-E5A1-4C8785D1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4E2CB364-61B8-4529-A871-582E53A6D800}" type="slidenum">
              <a:rPr lang="en-US" smtClean="0"/>
              <a:pPr algn="ctr"/>
              <a:t>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209C8C-AE17-C178-9616-0A3EA7CE42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AE" dirty="0"/>
              <a:t>Sobha Constructions LLC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643F39-31C7-E8F0-DBB0-167D49AC4BD5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PAINT - SAQL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A73412-EDE9-B692-6637-8A81C7D2A390}"/>
              </a:ext>
            </a:extLst>
          </p:cNvPr>
          <p:cNvSpPr txBox="1"/>
          <p:nvPr/>
        </p:nvSpPr>
        <p:spPr>
          <a:xfrm>
            <a:off x="9058808" y="2259769"/>
            <a:ext cx="28123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Place the 3‑meter straight edge level flat against the painted wall surface in one direction.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Reposition the 3‑meter straight edge level flat against the wall in the perpendicular direction.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Check and confirm flatness deviation over the full length of the straight edge.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3FE434-018B-5743-1B81-AB64636A9EA6}"/>
              </a:ext>
            </a:extLst>
          </p:cNvPr>
          <p:cNvSpPr txBox="1"/>
          <p:nvPr/>
        </p:nvSpPr>
        <p:spPr>
          <a:xfrm>
            <a:off x="9445362" y="3566848"/>
            <a:ext cx="2425768" cy="41070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fontAlgn="t"/>
            <a:r>
              <a:rPr lang="en-US" sz="10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 of inspection </a:t>
            </a:r>
            <a:r>
              <a:rPr lang="en-US"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Before application of the first coat of paint.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827D9F-DD61-957F-4BC1-2AB6D16FE8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9660" y="1579042"/>
            <a:ext cx="4891087" cy="280258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CF9FDBC-552C-CA5A-73E6-77420F57FB05}"/>
              </a:ext>
            </a:extLst>
          </p:cNvPr>
          <p:cNvSpPr/>
          <p:nvPr/>
        </p:nvSpPr>
        <p:spPr>
          <a:xfrm>
            <a:off x="4762193" y="1650252"/>
            <a:ext cx="501898" cy="2523744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01E5A3-A4B4-CC43-4964-64125EFA77A3}"/>
              </a:ext>
            </a:extLst>
          </p:cNvPr>
          <p:cNvSpPr/>
          <p:nvPr/>
        </p:nvSpPr>
        <p:spPr>
          <a:xfrm>
            <a:off x="565097" y="1642435"/>
            <a:ext cx="379954" cy="2523744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2DCF51D-3006-BCB1-317C-7A75CC9674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brightnessContrast bright="1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57889" y="1472883"/>
            <a:ext cx="1553564" cy="250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B2C1129-4418-32EA-3B47-EBFEB8F683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46614" y="1472883"/>
            <a:ext cx="1553564" cy="2504667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DF641CD-333B-BCAD-BBF1-763EA091C5AF}"/>
              </a:ext>
            </a:extLst>
          </p:cNvPr>
          <p:cNvCxnSpPr/>
          <p:nvPr/>
        </p:nvCxnSpPr>
        <p:spPr>
          <a:xfrm>
            <a:off x="6096000" y="2009741"/>
            <a:ext cx="275924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92D8FD6-0775-F0CA-2AB7-71A49E668917}"/>
              </a:ext>
            </a:extLst>
          </p:cNvPr>
          <p:cNvCxnSpPr/>
          <p:nvPr/>
        </p:nvCxnSpPr>
        <p:spPr>
          <a:xfrm>
            <a:off x="6096000" y="2558381"/>
            <a:ext cx="275924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867C840-5F7B-5633-8372-74B081AB27C5}"/>
              </a:ext>
            </a:extLst>
          </p:cNvPr>
          <p:cNvCxnSpPr/>
          <p:nvPr/>
        </p:nvCxnSpPr>
        <p:spPr>
          <a:xfrm>
            <a:off x="6096000" y="3417436"/>
            <a:ext cx="275924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9C83398-C44A-6BE9-40FF-09CC7B83C1B7}"/>
              </a:ext>
            </a:extLst>
          </p:cNvPr>
          <p:cNvCxnSpPr>
            <a:cxnSpLocks/>
          </p:cNvCxnSpPr>
          <p:nvPr/>
        </p:nvCxnSpPr>
        <p:spPr>
          <a:xfrm flipH="1">
            <a:off x="8543595" y="2021305"/>
            <a:ext cx="275924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3D56753-8085-4C04-A0B5-0A7AFD091B75}"/>
              </a:ext>
            </a:extLst>
          </p:cNvPr>
          <p:cNvCxnSpPr>
            <a:cxnSpLocks/>
          </p:cNvCxnSpPr>
          <p:nvPr/>
        </p:nvCxnSpPr>
        <p:spPr>
          <a:xfrm flipH="1">
            <a:off x="8543595" y="2569945"/>
            <a:ext cx="275924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BEE4032-E859-A865-698B-11EAF3861EBE}"/>
              </a:ext>
            </a:extLst>
          </p:cNvPr>
          <p:cNvCxnSpPr>
            <a:cxnSpLocks/>
          </p:cNvCxnSpPr>
          <p:nvPr/>
        </p:nvCxnSpPr>
        <p:spPr>
          <a:xfrm flipH="1">
            <a:off x="8543595" y="3429000"/>
            <a:ext cx="275924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B17455B-E965-D459-B9D9-625235905FF4}"/>
              </a:ext>
            </a:extLst>
          </p:cNvPr>
          <p:cNvSpPr txBox="1"/>
          <p:nvPr/>
        </p:nvSpPr>
        <p:spPr>
          <a:xfrm>
            <a:off x="154509" y="6289663"/>
            <a:ext cx="105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b="1" i="1" dirty="0"/>
              <a:t>Note: </a:t>
            </a:r>
            <a:r>
              <a:rPr lang="en-US" sz="1400" i="1" dirty="0"/>
              <a:t>During keep-out inspection in case of any visual discrepancy identified, measurement verification shall be carried out based on the </a:t>
            </a:r>
            <a:r>
              <a:rPr lang="en-US" sz="1400" b="1" i="1" dirty="0"/>
              <a:t>SAQL</a:t>
            </a:r>
            <a:r>
              <a:rPr lang="en-US" sz="1400" i="1" dirty="0"/>
              <a:t>.”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CF939F-8146-33C4-D33D-604DDFE0EC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4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32160" y="1472883"/>
            <a:ext cx="1426086" cy="7868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083C471-A800-1F3B-DBB9-3DE428C4D9EB}"/>
              </a:ext>
            </a:extLst>
          </p:cNvPr>
          <p:cNvSpPr txBox="1"/>
          <p:nvPr/>
        </p:nvSpPr>
        <p:spPr>
          <a:xfrm>
            <a:off x="9187710" y="2043879"/>
            <a:ext cx="10935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Shadow Groove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88D668-8639-2E95-ADE5-A1FB4855E5CB}"/>
              </a:ext>
            </a:extLst>
          </p:cNvPr>
          <p:cNvSpPr txBox="1"/>
          <p:nvPr/>
        </p:nvSpPr>
        <p:spPr>
          <a:xfrm>
            <a:off x="7514940" y="1475158"/>
            <a:ext cx="4427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Wall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FBFDE0-9042-5154-F4CD-6EFF961B7546}"/>
              </a:ext>
            </a:extLst>
          </p:cNvPr>
          <p:cNvSpPr txBox="1"/>
          <p:nvPr/>
        </p:nvSpPr>
        <p:spPr>
          <a:xfrm>
            <a:off x="6984658" y="1464070"/>
            <a:ext cx="4427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Wall</a:t>
            </a:r>
          </a:p>
        </p:txBody>
      </p:sp>
    </p:spTree>
    <p:extLst>
      <p:ext uri="{BB962C8B-B14F-4D97-AF65-F5344CB8AC3E}">
        <p14:creationId xmlns:p14="http://schemas.microsoft.com/office/powerpoint/2010/main" val="413688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CA7F8-75FE-644F-5A09-A0F6DBBF4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9547BF-E456-8880-E479-6E6B0AECE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229886"/>
              </p:ext>
            </p:extLst>
          </p:nvPr>
        </p:nvGraphicFramePr>
        <p:xfrm>
          <a:off x="237066" y="798745"/>
          <a:ext cx="11704320" cy="521208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70551773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48047796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78574663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63797614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681032817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571042379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4037599576"/>
                    </a:ext>
                  </a:extLst>
                </a:gridCol>
              </a:tblGrid>
              <a:tr h="274320">
                <a:tc gridSpan="3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 DESCRIPTION / PARAMETER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Paint – Edge Undulation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833322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IMAGE / PARAMTER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MEASURING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169205"/>
                  </a:ext>
                </a:extLst>
              </a:tr>
              <a:tr h="2743200">
                <a:tc rowSpan="3" gridSpan="3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952691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INSTRUMENT / INSPECTION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Straight Edge.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516540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STANDING POSITION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As required.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10633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Wingdings 2" panose="05020102010507070707" pitchFamily="18" charset="2"/>
                        </a:rPr>
                        <a:t> VILLA          APARTMENT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LIGHTING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 / Ambient light /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Artificial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376049"/>
                  </a:ext>
                </a:extLst>
              </a:tr>
              <a:tr h="274320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ACCEPTABLE QUALITY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3317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SCENARIO / LOCATION / 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Ceiling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Corners</a:t>
                      </a: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Shadow Groove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Bulkhead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Cove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542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ACCEPTANCE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0.5mm for 3 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mm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08534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61365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8453CC-3DEA-8004-5EDC-4C44AD992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4E2CB364-61B8-4529-A871-582E53A6D800}" type="slidenum">
              <a:rPr lang="en-US" smtClean="0"/>
              <a:pPr algn="ctr"/>
              <a:t>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5FD22-3F4F-3ED3-BA17-692B955F14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AE" dirty="0"/>
              <a:t>Sobha Constructions LLC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3769F5-092F-0F87-6D79-3FCA3BF49C46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PAINT - SAQL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C234D9-11B1-8F56-3DA4-0F5A537AA963}"/>
              </a:ext>
            </a:extLst>
          </p:cNvPr>
          <p:cNvSpPr txBox="1"/>
          <p:nvPr/>
        </p:nvSpPr>
        <p:spPr>
          <a:xfrm>
            <a:off x="9445362" y="1786220"/>
            <a:ext cx="23555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Place the straight edge level flush against the soffit surface.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Align it fully along the edge, ensuring continuous contact.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Check for gaps to confirm straightness and level.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CDABAF-DF0E-8FC4-7F25-41E01C8AC2CC}"/>
              </a:ext>
            </a:extLst>
          </p:cNvPr>
          <p:cNvSpPr txBox="1"/>
          <p:nvPr/>
        </p:nvSpPr>
        <p:spPr>
          <a:xfrm>
            <a:off x="9445362" y="3566848"/>
            <a:ext cx="2425768" cy="41070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fontAlgn="t"/>
            <a:r>
              <a:rPr lang="en-US" sz="10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 of inspection </a:t>
            </a:r>
            <a:r>
              <a:rPr lang="en-US"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Before application of the first coat of paint.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8D895F-9584-B8D4-673D-6D575D17F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78" y="1491230"/>
            <a:ext cx="2705555" cy="29609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795B9CF-C8B4-2062-E659-46BDF056F58A}"/>
              </a:ext>
            </a:extLst>
          </p:cNvPr>
          <p:cNvSpPr/>
          <p:nvPr/>
        </p:nvSpPr>
        <p:spPr>
          <a:xfrm>
            <a:off x="1669555" y="1508799"/>
            <a:ext cx="636867" cy="2581938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68B76F-DCCC-E0C2-A5FA-99CCC05D40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265" y="1491230"/>
            <a:ext cx="2340910" cy="29558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5B465C2-37E5-AF11-D5E8-489B5E42B327}"/>
              </a:ext>
            </a:extLst>
          </p:cNvPr>
          <p:cNvSpPr/>
          <p:nvPr/>
        </p:nvSpPr>
        <p:spPr>
          <a:xfrm>
            <a:off x="4171146" y="2073622"/>
            <a:ext cx="535482" cy="1776483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47D074-9C57-EB73-1DA8-5CEBFB4A33C6}"/>
              </a:ext>
            </a:extLst>
          </p:cNvPr>
          <p:cNvSpPr txBox="1"/>
          <p:nvPr/>
        </p:nvSpPr>
        <p:spPr>
          <a:xfrm>
            <a:off x="316778" y="4157962"/>
            <a:ext cx="22967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Wall (Internal)Corner Undulation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7C2D4D-2F19-29DB-87BE-F85B41E7A284}"/>
              </a:ext>
            </a:extLst>
          </p:cNvPr>
          <p:cNvSpPr txBox="1"/>
          <p:nvPr/>
        </p:nvSpPr>
        <p:spPr>
          <a:xfrm>
            <a:off x="3211265" y="4022006"/>
            <a:ext cx="21668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Ceiling Corner(Exposed corner)</a:t>
            </a:r>
          </a:p>
          <a:p>
            <a:r>
              <a:rPr lang="en-US" sz="1200" b="1" dirty="0"/>
              <a:t> Undulation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E533EE8-FED5-ED75-A9D1-74312D6BF4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rcRect t="35643"/>
          <a:stretch>
            <a:fillRect/>
          </a:stretch>
        </p:blipFill>
        <p:spPr>
          <a:xfrm>
            <a:off x="6199609" y="1491230"/>
            <a:ext cx="2476208" cy="24708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BAD6D87-9203-DB8C-9607-E27D443D2D63}"/>
              </a:ext>
            </a:extLst>
          </p:cNvPr>
          <p:cNvSpPr/>
          <p:nvPr/>
        </p:nvSpPr>
        <p:spPr>
          <a:xfrm rot="4282935">
            <a:off x="7251394" y="1684350"/>
            <a:ext cx="321439" cy="2835781"/>
          </a:xfrm>
          <a:prstGeom prst="roundRect">
            <a:avLst>
              <a:gd name="adj" fmla="val 11768"/>
            </a:avLst>
          </a:prstGeom>
          <a:noFill/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CD3B62-A0DD-B76A-8555-652DD2750574}"/>
              </a:ext>
            </a:extLst>
          </p:cNvPr>
          <p:cNvSpPr txBox="1"/>
          <p:nvPr/>
        </p:nvSpPr>
        <p:spPr>
          <a:xfrm>
            <a:off x="154509" y="6289663"/>
            <a:ext cx="105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b="1" i="1" dirty="0"/>
              <a:t>Note: </a:t>
            </a:r>
            <a:r>
              <a:rPr lang="en-US" sz="1400" i="1" dirty="0"/>
              <a:t>During keep-out inspection in case of any visual discrepancy identified, measurement verification shall be carried out based on the </a:t>
            </a:r>
            <a:r>
              <a:rPr lang="en-US" sz="1400" b="1" i="1" dirty="0"/>
              <a:t>SAQL</a:t>
            </a:r>
            <a:r>
              <a:rPr lang="en-US" sz="1400" i="1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3099587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D7E54-4051-ECED-474D-E3C22C387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02F8299-85A7-35DD-2243-0F9D3D550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212924"/>
              </p:ext>
            </p:extLst>
          </p:nvPr>
        </p:nvGraphicFramePr>
        <p:xfrm>
          <a:off x="237066" y="798745"/>
          <a:ext cx="11704320" cy="521208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70551773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48047796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78574663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63797614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681032817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571042379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4037599576"/>
                    </a:ext>
                  </a:extLst>
                </a:gridCol>
              </a:tblGrid>
              <a:tr h="274320">
                <a:tc gridSpan="3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 DESCRIPTION / PARAMETER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Paint pattern – Texture vs Smooth (Around MEP Fixtures)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833322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IMAGE / PARAMTER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MEASURING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169205"/>
                  </a:ext>
                </a:extLst>
              </a:tr>
              <a:tr h="2743200">
                <a:tc rowSpan="3" gridSpan="3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952691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INSTRUMENT / INSPECTION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Visual Inspection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516540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STANDING POSITION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Minimum 1 Meter in any direction.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10633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Wingdings 2" panose="05020102010507070707" pitchFamily="18" charset="2"/>
                        </a:rPr>
                        <a:t> VILLA          APARTMENT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LIGHTING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 / Ambient light /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Artificial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376049"/>
                  </a:ext>
                </a:extLst>
              </a:tr>
              <a:tr h="274320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ACCEPTABLE QUALITY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3317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SCENARIO / LOCATION / 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Ceiling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Corners</a:t>
                      </a: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Shadow Groove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Bulkhead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Cove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542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ACCEPTANCE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08534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61365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7ED30B-30E8-9090-48AD-4A1BD87A9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4E2CB364-61B8-4529-A871-582E53A6D800}" type="slidenum">
              <a:rPr lang="en-US" smtClean="0"/>
              <a:pPr algn="ctr"/>
              <a:t>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42BC7-3F58-34BA-1259-EEFE2CD90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AE" dirty="0"/>
              <a:t>Sobha Constructions LLC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78BE3D-3613-B099-808C-1374056EDE90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PAINT - SAQL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C7382E-4D33-8A37-CF94-98CB6F2D7AC9}"/>
              </a:ext>
            </a:extLst>
          </p:cNvPr>
          <p:cNvSpPr txBox="1"/>
          <p:nvPr/>
        </p:nvSpPr>
        <p:spPr>
          <a:xfrm>
            <a:off x="9445362" y="2049707"/>
            <a:ext cx="2355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 inspection of painted areas shall be carried out under natural daylight or appropriate artificial lighting from all relevant directions.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099C13-E9F7-D06A-C0D6-B10ACAC9B6A1}"/>
              </a:ext>
            </a:extLst>
          </p:cNvPr>
          <p:cNvSpPr txBox="1"/>
          <p:nvPr/>
        </p:nvSpPr>
        <p:spPr>
          <a:xfrm>
            <a:off x="9445362" y="3566848"/>
            <a:ext cx="2425768" cy="41070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fontAlgn="t"/>
            <a:r>
              <a:rPr lang="en-US" sz="10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 of inspection </a:t>
            </a:r>
            <a:r>
              <a:rPr lang="en-US"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Before application of the first coat of paint.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6315CB-1642-9521-258A-EB231FBE8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15" y="1561916"/>
            <a:ext cx="3571191" cy="23913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0011460-DE2D-1B6C-9F39-F66015ACD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70" y="1561916"/>
            <a:ext cx="2650156" cy="29701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D7C286-6C63-8643-5925-C9A0B191B9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  <a14:imgEffect>
                      <a14:brightnessContrast bright="4000" contrast="2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0871" y="1808494"/>
            <a:ext cx="2570206" cy="2311026"/>
          </a:xfrm>
          <a:prstGeom prst="ellipse">
            <a:avLst/>
          </a:prstGeom>
          <a:ln w="19050">
            <a:solidFill>
              <a:srgbClr val="FF0000"/>
            </a:solidFill>
            <a:prstDash val="dash"/>
          </a:ln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2D6CDC75-55F7-8485-E4F9-7777CFBA4F17}"/>
              </a:ext>
            </a:extLst>
          </p:cNvPr>
          <p:cNvSpPr/>
          <p:nvPr/>
        </p:nvSpPr>
        <p:spPr>
          <a:xfrm>
            <a:off x="1117480" y="2249392"/>
            <a:ext cx="490888" cy="484089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8806E7-0119-F5F7-378A-54FA9FE5D817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1362924" y="1765303"/>
            <a:ext cx="3023977" cy="484089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A2A2A5-FC6E-67A9-DB78-D6100D00D2A4}"/>
              </a:ext>
            </a:extLst>
          </p:cNvPr>
          <p:cNvCxnSpPr>
            <a:cxnSpLocks/>
            <a:stCxn id="11" idx="4"/>
          </p:cNvCxnSpPr>
          <p:nvPr/>
        </p:nvCxnSpPr>
        <p:spPr>
          <a:xfrm>
            <a:off x="1362924" y="2733481"/>
            <a:ext cx="2609128" cy="1386039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45E4351-6156-0BB9-E0DB-CB4FBBB67FFB}"/>
              </a:ext>
            </a:extLst>
          </p:cNvPr>
          <p:cNvSpPr txBox="1"/>
          <p:nvPr/>
        </p:nvSpPr>
        <p:spPr>
          <a:xfrm>
            <a:off x="154509" y="6289663"/>
            <a:ext cx="105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b="1" i="1" dirty="0"/>
              <a:t>Note: </a:t>
            </a:r>
            <a:r>
              <a:rPr lang="en-US" sz="1400" i="1" dirty="0"/>
              <a:t>During keep-out inspection in case of any visual discrepancy identified, measurement verification shall be carried out based on the </a:t>
            </a:r>
            <a:r>
              <a:rPr lang="en-US" sz="1400" b="1" i="1" dirty="0"/>
              <a:t>SAQL</a:t>
            </a:r>
            <a:r>
              <a:rPr lang="en-US" sz="1400" i="1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69997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431E1-4D5C-0C12-11AB-9E3373AB4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3F1445-E10A-BAAD-D435-3D5316D06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654585"/>
              </p:ext>
            </p:extLst>
          </p:nvPr>
        </p:nvGraphicFramePr>
        <p:xfrm>
          <a:off x="237066" y="798745"/>
          <a:ext cx="11704320" cy="521208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70551773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48047796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78574663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63797614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681032817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571042379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4037599576"/>
                    </a:ext>
                  </a:extLst>
                </a:gridCol>
              </a:tblGrid>
              <a:tr h="274320">
                <a:tc gridSpan="3">
                  <a:txBody>
                    <a:bodyPr/>
                    <a:lstStyle/>
                    <a:p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 DESCRIPTION / PARAMETER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Paint - GRG panel line verticality and corner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833322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DEFECT IMAGE / PARAMTER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MEASURING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169205"/>
                  </a:ext>
                </a:extLst>
              </a:tr>
              <a:tr h="2743200">
                <a:tc rowSpan="3" gridSpan="3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952691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INSTRUMENT / INSPECTION METHOD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Putty &amp; Feeler Gauge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516540"/>
                  </a:ext>
                </a:extLst>
              </a:tr>
              <a:tr h="274320">
                <a:tc gridSpan="3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STANDING POSITION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As required.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10633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Wingdings 2" panose="05020102010507070707" pitchFamily="18" charset="2"/>
                        </a:rPr>
                        <a:t> VILLA          APARTMENT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LIGHTING</a:t>
                      </a:r>
                      <a:endParaRPr lang="en-AE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 / Ambient light /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Artificial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376049"/>
                  </a:ext>
                </a:extLst>
              </a:tr>
              <a:tr h="274320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ACCEPTABLE QUALITY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3317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SCENARIO / LOCATION / 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Ceiling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Corners</a:t>
                      </a:r>
                      <a:endParaRPr lang="en-US" sz="10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Shadow Groove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Bulkhead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Cove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542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ACCEPTANCE 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0.5mm for 3mtr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08534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61365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05D4E7-E7CB-8387-8262-FC11A0636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4E2CB364-61B8-4529-A871-582E53A6D800}" type="slidenum">
              <a:rPr lang="en-US" smtClean="0"/>
              <a:pPr algn="ctr"/>
              <a:t>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04F00-6033-4700-F63D-D015A5B85D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AE" dirty="0"/>
              <a:t>Sobha Constructions LLC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3DACA9-1949-4E12-52F1-23A56B05E310}"/>
              </a:ext>
            </a:extLst>
          </p:cNvPr>
          <p:cNvSpPr/>
          <p:nvPr/>
        </p:nvSpPr>
        <p:spPr>
          <a:xfrm>
            <a:off x="238038" y="290328"/>
            <a:ext cx="11455602" cy="4411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PAINT - SAQL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FD3181-8578-0592-F284-79B476D976E1}"/>
              </a:ext>
            </a:extLst>
          </p:cNvPr>
          <p:cNvSpPr txBox="1"/>
          <p:nvPr/>
        </p:nvSpPr>
        <p:spPr>
          <a:xfrm>
            <a:off x="9445362" y="1786220"/>
            <a:ext cx="235551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Place the straight edge flat on the edge against the wall paint surface.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Confirm that the gap measured with a feeler gauge does not exceed 0.5 mm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F592C6-2C91-E15D-8366-2371785A5865}"/>
              </a:ext>
            </a:extLst>
          </p:cNvPr>
          <p:cNvSpPr txBox="1"/>
          <p:nvPr/>
        </p:nvSpPr>
        <p:spPr>
          <a:xfrm>
            <a:off x="9445362" y="3566848"/>
            <a:ext cx="2425768" cy="41070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fontAlgn="t"/>
            <a:r>
              <a:rPr lang="en-US" sz="10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 of inspection </a:t>
            </a:r>
            <a:r>
              <a:rPr lang="en-US"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Before application of the first coat of paint.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914A62-C84A-DA4D-627A-E61DF6F38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572" r="13162" b="15569"/>
          <a:stretch>
            <a:fillRect/>
          </a:stretch>
        </p:blipFill>
        <p:spPr>
          <a:xfrm>
            <a:off x="2377821" y="1472883"/>
            <a:ext cx="1803132" cy="29811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F4DF90-4AEF-4623-AD05-17A1D1E8C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9555" y="1531510"/>
            <a:ext cx="1206737" cy="2376343"/>
          </a:xfrm>
          <a:prstGeom prst="rect">
            <a:avLst/>
          </a:prstGeom>
          <a:ln w="19050">
            <a:solidFill>
              <a:srgbClr val="FF0000"/>
            </a:solidFill>
            <a:prstDash val="dash"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95BDB1-DA41-A822-09EF-4EA5F7DE1B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126" y="1472883"/>
            <a:ext cx="1803132" cy="29811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68992B9-3D1A-FF31-5A2C-418D26397E4D}"/>
              </a:ext>
            </a:extLst>
          </p:cNvPr>
          <p:cNvSpPr/>
          <p:nvPr/>
        </p:nvSpPr>
        <p:spPr>
          <a:xfrm>
            <a:off x="2896903" y="2557821"/>
            <a:ext cx="182880" cy="560672"/>
          </a:xfrm>
          <a:prstGeom prst="rect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37520D-ABD5-2F45-203D-EB9942FCD54F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2988343" y="1531510"/>
            <a:ext cx="1452336" cy="1026311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420B357-0147-FBB0-FEDB-BDF252FADCA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2988343" y="3118493"/>
            <a:ext cx="1452337" cy="78936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A31261D-A22A-FBD5-EB9D-1B335C4FA032}"/>
              </a:ext>
            </a:extLst>
          </p:cNvPr>
          <p:cNvGrpSpPr/>
          <p:nvPr/>
        </p:nvGrpSpPr>
        <p:grpSpPr>
          <a:xfrm>
            <a:off x="6096000" y="2928285"/>
            <a:ext cx="2130568" cy="1049265"/>
            <a:chOff x="6079181" y="1963443"/>
            <a:chExt cx="2328127" cy="1199922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11DA096-99AF-23E3-4CC4-65A9BF149CF5}"/>
                </a:ext>
              </a:extLst>
            </p:cNvPr>
            <p:cNvSpPr/>
            <p:nvPr/>
          </p:nvSpPr>
          <p:spPr>
            <a:xfrm>
              <a:off x="6079181" y="1963443"/>
              <a:ext cx="2328127" cy="1087654"/>
            </a:xfrm>
            <a:custGeom>
              <a:avLst/>
              <a:gdLst>
                <a:gd name="csX0" fmla="*/ 289342 w 2328127"/>
                <a:gd name="csY0" fmla="*/ 0 h 1087654"/>
                <a:gd name="csX1" fmla="*/ 554518 w 2328127"/>
                <a:gd name="csY1" fmla="*/ 0 h 1087654"/>
                <a:gd name="csX2" fmla="*/ 1761526 w 2328127"/>
                <a:gd name="csY2" fmla="*/ 0 h 1087654"/>
                <a:gd name="csX3" fmla="*/ 2026702 w 2328127"/>
                <a:gd name="csY3" fmla="*/ 0 h 1087654"/>
                <a:gd name="csX4" fmla="*/ 2026702 w 2328127"/>
                <a:gd name="csY4" fmla="*/ 265176 h 1087654"/>
                <a:gd name="csX5" fmla="*/ 2026702 w 2328127"/>
                <a:gd name="csY5" fmla="*/ 822478 h 1087654"/>
                <a:gd name="csX6" fmla="*/ 2328127 w 2328127"/>
                <a:gd name="csY6" fmla="*/ 822478 h 1087654"/>
                <a:gd name="csX7" fmla="*/ 2328127 w 2328127"/>
                <a:gd name="csY7" fmla="*/ 1087654 h 1087654"/>
                <a:gd name="csX8" fmla="*/ 2026702 w 2328127"/>
                <a:gd name="csY8" fmla="*/ 1087654 h 1087654"/>
                <a:gd name="csX9" fmla="*/ 1773609 w 2328127"/>
                <a:gd name="csY9" fmla="*/ 1087654 h 1087654"/>
                <a:gd name="csX10" fmla="*/ 1761526 w 2328127"/>
                <a:gd name="csY10" fmla="*/ 1087654 h 1087654"/>
                <a:gd name="csX11" fmla="*/ 1761526 w 2328127"/>
                <a:gd name="csY11" fmla="*/ 265176 h 1087654"/>
                <a:gd name="csX12" fmla="*/ 554518 w 2328127"/>
                <a:gd name="csY12" fmla="*/ 265176 h 1087654"/>
                <a:gd name="csX13" fmla="*/ 554518 w 2328127"/>
                <a:gd name="csY13" fmla="*/ 822478 h 1087654"/>
                <a:gd name="csX14" fmla="*/ 554518 w 2328127"/>
                <a:gd name="csY14" fmla="*/ 1087654 h 1087654"/>
                <a:gd name="csX15" fmla="*/ 289342 w 2328127"/>
                <a:gd name="csY15" fmla="*/ 1087654 h 1087654"/>
                <a:gd name="csX16" fmla="*/ 0 w 2328127"/>
                <a:gd name="csY16" fmla="*/ 1087654 h 1087654"/>
                <a:gd name="csX17" fmla="*/ 0 w 2328127"/>
                <a:gd name="csY17" fmla="*/ 822478 h 1087654"/>
                <a:gd name="csX18" fmla="*/ 289342 w 2328127"/>
                <a:gd name="csY18" fmla="*/ 822478 h 1087654"/>
                <a:gd name="csX19" fmla="*/ 289342 w 2328127"/>
                <a:gd name="csY19" fmla="*/ 265176 h 10876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328127" h="1087654">
                  <a:moveTo>
                    <a:pt x="289342" y="0"/>
                  </a:moveTo>
                  <a:lnTo>
                    <a:pt x="554518" y="0"/>
                  </a:lnTo>
                  <a:lnTo>
                    <a:pt x="1761526" y="0"/>
                  </a:lnTo>
                  <a:lnTo>
                    <a:pt x="2026702" y="0"/>
                  </a:lnTo>
                  <a:lnTo>
                    <a:pt x="2026702" y="265176"/>
                  </a:lnTo>
                  <a:lnTo>
                    <a:pt x="2026702" y="822478"/>
                  </a:lnTo>
                  <a:lnTo>
                    <a:pt x="2328127" y="822478"/>
                  </a:lnTo>
                  <a:lnTo>
                    <a:pt x="2328127" y="1087654"/>
                  </a:lnTo>
                  <a:lnTo>
                    <a:pt x="2026702" y="1087654"/>
                  </a:lnTo>
                  <a:lnTo>
                    <a:pt x="1773609" y="1087654"/>
                  </a:lnTo>
                  <a:lnTo>
                    <a:pt x="1761526" y="1087654"/>
                  </a:lnTo>
                  <a:lnTo>
                    <a:pt x="1761526" y="265176"/>
                  </a:lnTo>
                  <a:lnTo>
                    <a:pt x="554518" y="265176"/>
                  </a:lnTo>
                  <a:lnTo>
                    <a:pt x="554518" y="822478"/>
                  </a:lnTo>
                  <a:lnTo>
                    <a:pt x="554518" y="1087654"/>
                  </a:lnTo>
                  <a:lnTo>
                    <a:pt x="289342" y="1087654"/>
                  </a:lnTo>
                  <a:lnTo>
                    <a:pt x="0" y="1087654"/>
                  </a:lnTo>
                  <a:lnTo>
                    <a:pt x="0" y="822478"/>
                  </a:lnTo>
                  <a:lnTo>
                    <a:pt x="289342" y="822478"/>
                  </a:lnTo>
                  <a:lnTo>
                    <a:pt x="289342" y="265176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AE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C3D3D85-6983-EAF2-6E10-EB3F354BFB7F}"/>
                </a:ext>
              </a:extLst>
            </p:cNvPr>
            <p:cNvSpPr/>
            <p:nvPr/>
          </p:nvSpPr>
          <p:spPr>
            <a:xfrm>
              <a:off x="6635217" y="2228619"/>
              <a:ext cx="421640" cy="934746"/>
            </a:xfrm>
            <a:custGeom>
              <a:avLst/>
              <a:gdLst>
                <a:gd name="csX0" fmla="*/ 0 w 421640"/>
                <a:gd name="csY0" fmla="*/ 0 h 934746"/>
                <a:gd name="csX1" fmla="*/ 421640 w 421640"/>
                <a:gd name="csY1" fmla="*/ 0 h 934746"/>
                <a:gd name="csX2" fmla="*/ 421640 w 421640"/>
                <a:gd name="csY2" fmla="*/ 172212 h 934746"/>
                <a:gd name="csX3" fmla="*/ 143770 w 421640"/>
                <a:gd name="csY3" fmla="*/ 172212 h 934746"/>
                <a:gd name="csX4" fmla="*/ 143770 w 421640"/>
                <a:gd name="csY4" fmla="*/ 934746 h 934746"/>
                <a:gd name="csX5" fmla="*/ 0 w 421640"/>
                <a:gd name="csY5" fmla="*/ 934746 h 934746"/>
                <a:gd name="csX6" fmla="*/ 0 w 421640"/>
                <a:gd name="csY6" fmla="*/ 172212 h 934746"/>
                <a:gd name="csX7" fmla="*/ 0 w 421640"/>
                <a:gd name="csY7" fmla="*/ 151892 h 9347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21640" h="934746">
                  <a:moveTo>
                    <a:pt x="0" y="0"/>
                  </a:moveTo>
                  <a:lnTo>
                    <a:pt x="421640" y="0"/>
                  </a:lnTo>
                  <a:lnTo>
                    <a:pt x="421640" y="172212"/>
                  </a:lnTo>
                  <a:lnTo>
                    <a:pt x="143770" y="172212"/>
                  </a:lnTo>
                  <a:lnTo>
                    <a:pt x="143770" y="934746"/>
                  </a:lnTo>
                  <a:lnTo>
                    <a:pt x="0" y="934746"/>
                  </a:lnTo>
                  <a:lnTo>
                    <a:pt x="0" y="172212"/>
                  </a:lnTo>
                  <a:lnTo>
                    <a:pt x="0" y="151892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D4E63B-ED2D-F87F-2029-E40A435A84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5217" y="2633472"/>
              <a:ext cx="963447" cy="41762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C22B30FA-17A2-7B6B-2D40-1824D07213B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596"/>
          <a:stretch>
            <a:fillRect/>
          </a:stretch>
        </p:blipFill>
        <p:spPr>
          <a:xfrm>
            <a:off x="6030451" y="1472883"/>
            <a:ext cx="2651283" cy="13652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9F7A58-3DA8-B79D-00EB-603476E4337D}"/>
              </a:ext>
            </a:extLst>
          </p:cNvPr>
          <p:cNvSpPr txBox="1"/>
          <p:nvPr/>
        </p:nvSpPr>
        <p:spPr>
          <a:xfrm>
            <a:off x="154509" y="6289663"/>
            <a:ext cx="105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b="1" i="1" dirty="0"/>
              <a:t>Note: </a:t>
            </a:r>
            <a:r>
              <a:rPr lang="en-US" sz="1400" i="1" dirty="0"/>
              <a:t>During keep-out inspection in case of any visual discrepancy identified, measurement verification shall be carried out based on the </a:t>
            </a:r>
            <a:r>
              <a:rPr lang="en-US" sz="1400" b="1" i="1" dirty="0"/>
              <a:t>SAQL</a:t>
            </a:r>
            <a:r>
              <a:rPr lang="en-US" sz="1400" i="1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2188552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EB6E1-08AA-92B0-7C13-3098D0BC1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863" y="2716971"/>
            <a:ext cx="5712273" cy="142405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6000" b="1"/>
              <a:t>Thank you</a:t>
            </a:r>
            <a:endParaRPr lang="en-AE" sz="6000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E2C48-3866-39CC-E6ED-E0CD3D4CD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4E2CB364-61B8-4529-A871-582E53A6D800}" type="slidenum">
              <a:rPr lang="en-US" smtClean="0"/>
              <a:pPr algn="ctr"/>
              <a:t>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E9086-38C1-778B-FBD9-2A4B61A196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AE"/>
              <a:t>Sobha Constructions LLC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E977B09-493B-C266-6AB3-A6A9B2C4BF13}"/>
              </a:ext>
            </a:extLst>
          </p:cNvPr>
          <p:cNvSpPr/>
          <p:nvPr/>
        </p:nvSpPr>
        <p:spPr>
          <a:xfrm>
            <a:off x="7578840" y="5742432"/>
            <a:ext cx="4114800" cy="722376"/>
          </a:xfrm>
          <a:prstGeom prst="roundRect">
            <a:avLst/>
          </a:prstGeom>
          <a:noFill/>
          <a:ln w="19050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fontAlgn="t">
              <a:lnSpc>
                <a:spcPts val="1500"/>
              </a:lnSpc>
              <a:buNone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any details are required, please contact the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/>
              </a:rPr>
              <a:t>QM-QAQC@sobha-me.com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9812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B63594C14A7E4CB48D30C4F142E358" ma:contentTypeVersion="17" ma:contentTypeDescription="Create a new document." ma:contentTypeScope="" ma:versionID="54fafe0e9b3c1b0a787c8201eee873a1">
  <xsd:schema xmlns:xsd="http://www.w3.org/2001/XMLSchema" xmlns:xs="http://www.w3.org/2001/XMLSchema" xmlns:p="http://schemas.microsoft.com/office/2006/metadata/properties" xmlns:ns3="4ce90666-be54-4a11-9201-30a3598388e6" xmlns:ns4="fec015e4-c76f-4101-8644-e6877dabb90a" targetNamespace="http://schemas.microsoft.com/office/2006/metadata/properties" ma:root="true" ma:fieldsID="0f969087da2658c9c739d112240c9e85" ns3:_="" ns4:_="">
    <xsd:import namespace="4ce90666-be54-4a11-9201-30a3598388e6"/>
    <xsd:import namespace="fec015e4-c76f-4101-8644-e6877dabb90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LengthInSeconds" minOccurs="0"/>
                <xsd:element ref="ns3:MediaServiceSearchProperties" minOccurs="0"/>
                <xsd:element ref="ns3:MediaServiceLocation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e90666-be54-4a11-9201-30a3598388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c015e4-c76f-4101-8644-e6877dabb90a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ce90666-be54-4a11-9201-30a3598388e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8474C4-D097-483E-A69D-1182EE99E323}">
  <ds:schemaRefs>
    <ds:schemaRef ds:uri="4ce90666-be54-4a11-9201-30a3598388e6"/>
    <ds:schemaRef ds:uri="fec015e4-c76f-4101-8644-e6877dabb9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30AF303-28C3-47A9-A82B-9DA2503C04D3}">
  <ds:schemaRefs>
    <ds:schemaRef ds:uri="http://schemas.microsoft.com/office/2006/documentManagement/types"/>
    <ds:schemaRef ds:uri="http://schemas.microsoft.com/office/2006/metadata/properties"/>
    <ds:schemaRef ds:uri="http://purl.org/dc/dcmitype/"/>
    <ds:schemaRef ds:uri="fec015e4-c76f-4101-8644-e6877dabb90a"/>
    <ds:schemaRef ds:uri="http://purl.org/dc/terms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4ce90666-be54-4a11-9201-30a3598388e6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3257A8D-D8F9-4DDF-B1E7-1EE1FC28E85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1230</TotalTime>
  <Words>2616</Words>
  <Application>Microsoft Office PowerPoint</Application>
  <PresentationFormat>Widescreen</PresentationFormat>
  <Paragraphs>597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 Narrow</vt:lpstr>
      <vt:lpstr>Arial</vt:lpstr>
      <vt:lpstr>Calibri</vt:lpstr>
      <vt:lpstr>Calibri (Body)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Sneha Sanjay</dc:creator>
  <cp:lastModifiedBy>Rajeshkumar Lakshmanan</cp:lastModifiedBy>
  <cp:revision>5</cp:revision>
  <cp:lastPrinted>2026-03-14T11:23:50Z</cp:lastPrinted>
  <dcterms:created xsi:type="dcterms:W3CDTF">2022-10-11T07:00:58Z</dcterms:created>
  <dcterms:modified xsi:type="dcterms:W3CDTF">2026-05-08T17:27:15Z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0x010100A0B63594C14A7E4CB48D30C4F142E358</vt:lpwstr>
  </property>
</Properties>
</file>