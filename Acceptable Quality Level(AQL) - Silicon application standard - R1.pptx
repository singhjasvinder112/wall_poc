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7946" r:id="rId2"/>
    <p:sldId id="7975" r:id="rId3"/>
    <p:sldId id="7947" r:id="rId4"/>
    <p:sldId id="7934" r:id="rId5"/>
    <p:sldId id="7951" r:id="rId6"/>
    <p:sldId id="7952" r:id="rId7"/>
    <p:sldId id="7950" r:id="rId8"/>
    <p:sldId id="7953" r:id="rId9"/>
    <p:sldId id="7955" r:id="rId10"/>
    <p:sldId id="7966" r:id="rId11"/>
    <p:sldId id="7967" r:id="rId12"/>
    <p:sldId id="7968" r:id="rId13"/>
    <p:sldId id="7969" r:id="rId14"/>
    <p:sldId id="7970" r:id="rId15"/>
    <p:sldId id="7971" r:id="rId16"/>
    <p:sldId id="7972" r:id="rId17"/>
    <p:sldId id="7973" r:id="rId18"/>
    <p:sldId id="7974" r:id="rId19"/>
    <p:sldId id="7976" r:id="rId20"/>
    <p:sldId id="792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C3E6"/>
    <a:srgbClr val="DEEBF7"/>
    <a:srgbClr val="A242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DC8AB2-1009-4C38-9E44-F14317444CF4}" v="1" dt="2026-05-08T17:28:12.687"/>
    <p1510:client id="{56ADA2D2-7367-4470-B483-7423F76E2FB0}" v="439" dt="2026-05-08T11:40:39.0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gneshwaran Balachandar" userId="63b8fa9e-6a84-41b1-a748-33f844a108e7" providerId="ADAL" clId="{1B46B5B9-2E09-4264-9722-F86C3D1F2B00}"/>
    <pc:docChg chg="undo custSel addSld delSld modSld sldOrd">
      <pc:chgData name="Vigneshwaran Balachandar" userId="63b8fa9e-6a84-41b1-a748-33f844a108e7" providerId="ADAL" clId="{1B46B5B9-2E09-4264-9722-F86C3D1F2B00}" dt="2026-05-07T05:50:31.202" v="996"/>
      <pc:docMkLst>
        <pc:docMk/>
      </pc:docMkLst>
      <pc:sldChg chg="addSp delSp modSp mod">
        <pc:chgData name="Vigneshwaran Balachandar" userId="63b8fa9e-6a84-41b1-a748-33f844a108e7" providerId="ADAL" clId="{1B46B5B9-2E09-4264-9722-F86C3D1F2B00}" dt="2026-05-07T05:45:37.506" v="976" actId="255"/>
        <pc:sldMkLst>
          <pc:docMk/>
          <pc:sldMk cId="2328824462" sldId="7934"/>
        </pc:sldMkLst>
        <pc:spChg chg="add mod">
          <ac:chgData name="Vigneshwaran Balachandar" userId="63b8fa9e-6a84-41b1-a748-33f844a108e7" providerId="ADAL" clId="{1B46B5B9-2E09-4264-9722-F86C3D1F2B00}" dt="2026-05-07T05:45:20.569" v="974" actId="255"/>
          <ac:spMkLst>
            <pc:docMk/>
            <pc:sldMk cId="2328824462" sldId="7934"/>
            <ac:spMk id="5" creationId="{4DCA4982-4CA2-D04F-81A5-80201019BFDF}"/>
          </ac:spMkLst>
        </pc:spChg>
        <pc:spChg chg="add mod">
          <ac:chgData name="Vigneshwaran Balachandar" userId="63b8fa9e-6a84-41b1-a748-33f844a108e7" providerId="ADAL" clId="{1B46B5B9-2E09-4264-9722-F86C3D1F2B00}" dt="2026-05-07T05:36:06.998" v="847" actId="1035"/>
          <ac:spMkLst>
            <pc:docMk/>
            <pc:sldMk cId="2328824462" sldId="7934"/>
            <ac:spMk id="6" creationId="{F271A970-A26A-9260-1B92-47490C245824}"/>
          </ac:spMkLst>
        </pc:spChg>
        <pc:spChg chg="add mod">
          <ac:chgData name="Vigneshwaran Balachandar" userId="63b8fa9e-6a84-41b1-a748-33f844a108e7" providerId="ADAL" clId="{1B46B5B9-2E09-4264-9722-F86C3D1F2B00}" dt="2026-05-07T05:45:37.506" v="976" actId="255"/>
          <ac:spMkLst>
            <pc:docMk/>
            <pc:sldMk cId="2328824462" sldId="7934"/>
            <ac:spMk id="8" creationId="{58A224E0-F192-C9E4-6AF4-367D7A391AA8}"/>
          </ac:spMkLst>
        </pc:spChg>
        <pc:spChg chg="add del">
          <ac:chgData name="Vigneshwaran Balachandar" userId="63b8fa9e-6a84-41b1-a748-33f844a108e7" providerId="ADAL" clId="{1B46B5B9-2E09-4264-9722-F86C3D1F2B00}" dt="2026-05-07T04:37:34.350" v="655" actId="478"/>
          <ac:spMkLst>
            <pc:docMk/>
            <pc:sldMk cId="2328824462" sldId="7934"/>
            <ac:spMk id="10" creationId="{54375AA6-B9D9-3F6C-53A1-7506C452FFC3}"/>
          </ac:spMkLst>
        </pc:spChg>
        <pc:spChg chg="add del mod">
          <ac:chgData name="Vigneshwaran Balachandar" userId="63b8fa9e-6a84-41b1-a748-33f844a108e7" providerId="ADAL" clId="{1B46B5B9-2E09-4264-9722-F86C3D1F2B00}" dt="2026-05-07T05:40:18.029" v="933" actId="478"/>
          <ac:spMkLst>
            <pc:docMk/>
            <pc:sldMk cId="2328824462" sldId="7934"/>
            <ac:spMk id="14" creationId="{BB6986CA-E42A-9C66-0D12-91DA343D5D85}"/>
          </ac:spMkLst>
        </pc:spChg>
        <pc:spChg chg="del mod">
          <ac:chgData name="Vigneshwaran Balachandar" userId="63b8fa9e-6a84-41b1-a748-33f844a108e7" providerId="ADAL" clId="{1B46B5B9-2E09-4264-9722-F86C3D1F2B00}" dt="2026-05-07T05:38:33.018" v="870" actId="478"/>
          <ac:spMkLst>
            <pc:docMk/>
            <pc:sldMk cId="2328824462" sldId="7934"/>
            <ac:spMk id="16" creationId="{B86DB6BC-FCAE-A1D0-FBDB-0B041B6D1196}"/>
          </ac:spMkLst>
        </pc:spChg>
        <pc:spChg chg="del mod">
          <ac:chgData name="Vigneshwaran Balachandar" userId="63b8fa9e-6a84-41b1-a748-33f844a108e7" providerId="ADAL" clId="{1B46B5B9-2E09-4264-9722-F86C3D1F2B00}" dt="2026-05-07T05:33:42.978" v="794" actId="478"/>
          <ac:spMkLst>
            <pc:docMk/>
            <pc:sldMk cId="2328824462" sldId="7934"/>
            <ac:spMk id="21" creationId="{E33CC36B-4895-1676-60EC-E8447408E4C8}"/>
          </ac:spMkLst>
        </pc:spChg>
        <pc:spChg chg="mod ord">
          <ac:chgData name="Vigneshwaran Balachandar" userId="63b8fa9e-6a84-41b1-a748-33f844a108e7" providerId="ADAL" clId="{1B46B5B9-2E09-4264-9722-F86C3D1F2B00}" dt="2026-05-07T05:45:37.506" v="976" actId="255"/>
          <ac:spMkLst>
            <pc:docMk/>
            <pc:sldMk cId="2328824462" sldId="7934"/>
            <ac:spMk id="22" creationId="{ECE25CFB-B2C7-A3CF-3E4B-CC28C956D855}"/>
          </ac:spMkLst>
        </pc:spChg>
        <pc:spChg chg="add mod">
          <ac:chgData name="Vigneshwaran Balachandar" userId="63b8fa9e-6a84-41b1-a748-33f844a108e7" providerId="ADAL" clId="{1B46B5B9-2E09-4264-9722-F86C3D1F2B00}" dt="2026-05-07T05:45:37.506" v="976" actId="255"/>
          <ac:spMkLst>
            <pc:docMk/>
            <pc:sldMk cId="2328824462" sldId="7934"/>
            <ac:spMk id="30" creationId="{0BE54342-2DBB-CCEE-03FD-0B1BCDF035BE}"/>
          </ac:spMkLst>
        </pc:spChg>
        <pc:spChg chg="add mod">
          <ac:chgData name="Vigneshwaran Balachandar" userId="63b8fa9e-6a84-41b1-a748-33f844a108e7" providerId="ADAL" clId="{1B46B5B9-2E09-4264-9722-F86C3D1F2B00}" dt="2026-05-07T05:45:37.506" v="976" actId="255"/>
          <ac:spMkLst>
            <pc:docMk/>
            <pc:sldMk cId="2328824462" sldId="7934"/>
            <ac:spMk id="31" creationId="{9E6CC42D-9609-DA65-7BA3-338A4120E5CC}"/>
          </ac:spMkLst>
        </pc:spChg>
        <pc:spChg chg="add mod">
          <ac:chgData name="Vigneshwaran Balachandar" userId="63b8fa9e-6a84-41b1-a748-33f844a108e7" providerId="ADAL" clId="{1B46B5B9-2E09-4264-9722-F86C3D1F2B00}" dt="2026-05-07T05:45:20.569" v="974" actId="255"/>
          <ac:spMkLst>
            <pc:docMk/>
            <pc:sldMk cId="2328824462" sldId="7934"/>
            <ac:spMk id="32" creationId="{ADBF1987-EEB1-ED35-724B-11AF7984A98E}"/>
          </ac:spMkLst>
        </pc:spChg>
        <pc:spChg chg="add mod">
          <ac:chgData name="Vigneshwaran Balachandar" userId="63b8fa9e-6a84-41b1-a748-33f844a108e7" providerId="ADAL" clId="{1B46B5B9-2E09-4264-9722-F86C3D1F2B00}" dt="2026-05-07T05:37:49.856" v="863" actId="1076"/>
          <ac:spMkLst>
            <pc:docMk/>
            <pc:sldMk cId="2328824462" sldId="7934"/>
            <ac:spMk id="33" creationId="{4A8D4EEF-9B95-28CB-4160-1D420399154C}"/>
          </ac:spMkLst>
        </pc:spChg>
        <pc:spChg chg="add del">
          <ac:chgData name="Vigneshwaran Balachandar" userId="63b8fa9e-6a84-41b1-a748-33f844a108e7" providerId="ADAL" clId="{1B46B5B9-2E09-4264-9722-F86C3D1F2B00}" dt="2026-05-07T05:29:56.059" v="751" actId="478"/>
          <ac:spMkLst>
            <pc:docMk/>
            <pc:sldMk cId="2328824462" sldId="7934"/>
            <ac:spMk id="34" creationId="{4D4B4002-A88E-D5D1-A59C-443428CAC1D8}"/>
          </ac:spMkLst>
        </pc:spChg>
        <pc:spChg chg="add mod">
          <ac:chgData name="Vigneshwaran Balachandar" userId="63b8fa9e-6a84-41b1-a748-33f844a108e7" providerId="ADAL" clId="{1B46B5B9-2E09-4264-9722-F86C3D1F2B00}" dt="2026-05-07T05:44:57.397" v="972" actId="2711"/>
          <ac:spMkLst>
            <pc:docMk/>
            <pc:sldMk cId="2328824462" sldId="7934"/>
            <ac:spMk id="35" creationId="{CDAFA319-6DC5-98D7-ED35-BF649DF9FEDC}"/>
          </ac:spMkLst>
        </pc:spChg>
        <pc:spChg chg="add del mod">
          <ac:chgData name="Vigneshwaran Balachandar" userId="63b8fa9e-6a84-41b1-a748-33f844a108e7" providerId="ADAL" clId="{1B46B5B9-2E09-4264-9722-F86C3D1F2B00}" dt="2026-05-07T05:32:29.252" v="775" actId="478"/>
          <ac:spMkLst>
            <pc:docMk/>
            <pc:sldMk cId="2328824462" sldId="7934"/>
            <ac:spMk id="38" creationId="{8E1FEA17-E119-CF3A-B704-FAFE2868B5D9}"/>
          </ac:spMkLst>
        </pc:spChg>
        <pc:spChg chg="add mod">
          <ac:chgData name="Vigneshwaran Balachandar" userId="63b8fa9e-6a84-41b1-a748-33f844a108e7" providerId="ADAL" clId="{1B46B5B9-2E09-4264-9722-F86C3D1F2B00}" dt="2026-05-07T05:45:20.569" v="974" actId="255"/>
          <ac:spMkLst>
            <pc:docMk/>
            <pc:sldMk cId="2328824462" sldId="7934"/>
            <ac:spMk id="39" creationId="{9514AF5C-1B2D-6D53-FF51-25667A565E05}"/>
          </ac:spMkLst>
        </pc:spChg>
        <pc:spChg chg="add del mod">
          <ac:chgData name="Vigneshwaran Balachandar" userId="63b8fa9e-6a84-41b1-a748-33f844a108e7" providerId="ADAL" clId="{1B46B5B9-2E09-4264-9722-F86C3D1F2B00}" dt="2026-05-07T05:33:55.582" v="797" actId="478"/>
          <ac:spMkLst>
            <pc:docMk/>
            <pc:sldMk cId="2328824462" sldId="7934"/>
            <ac:spMk id="40" creationId="{D6AC4C1E-8D97-2C75-A2BF-67FB3A359CEB}"/>
          </ac:spMkLst>
        </pc:spChg>
        <pc:spChg chg="add del mod">
          <ac:chgData name="Vigneshwaran Balachandar" userId="63b8fa9e-6a84-41b1-a748-33f844a108e7" providerId="ADAL" clId="{1B46B5B9-2E09-4264-9722-F86C3D1F2B00}" dt="2026-05-07T05:34:00.890" v="798" actId="478"/>
          <ac:spMkLst>
            <pc:docMk/>
            <pc:sldMk cId="2328824462" sldId="7934"/>
            <ac:spMk id="41" creationId="{B4872ADA-BE5D-B04D-9367-A2B971B8FADC}"/>
          </ac:spMkLst>
        </pc:spChg>
        <pc:spChg chg="mod">
          <ac:chgData name="Vigneshwaran Balachandar" userId="63b8fa9e-6a84-41b1-a748-33f844a108e7" providerId="ADAL" clId="{1B46B5B9-2E09-4264-9722-F86C3D1F2B00}" dt="2026-05-07T05:45:37.506" v="976" actId="255"/>
          <ac:spMkLst>
            <pc:docMk/>
            <pc:sldMk cId="2328824462" sldId="7934"/>
            <ac:spMk id="42" creationId="{0CDE0ACC-A4FD-7160-FC1E-2D17CE2E75C3}"/>
          </ac:spMkLst>
        </pc:spChg>
        <pc:spChg chg="mod">
          <ac:chgData name="Vigneshwaran Balachandar" userId="63b8fa9e-6a84-41b1-a748-33f844a108e7" providerId="ADAL" clId="{1B46B5B9-2E09-4264-9722-F86C3D1F2B00}" dt="2026-05-07T05:38:26.169" v="869" actId="1076"/>
          <ac:spMkLst>
            <pc:docMk/>
            <pc:sldMk cId="2328824462" sldId="7934"/>
            <ac:spMk id="43" creationId="{BF820835-97CE-33B5-A6D5-F4C5FC2DA5D2}"/>
          </ac:spMkLst>
        </pc:spChg>
        <pc:spChg chg="mod">
          <ac:chgData name="Vigneshwaran Balachandar" userId="63b8fa9e-6a84-41b1-a748-33f844a108e7" providerId="ADAL" clId="{1B46B5B9-2E09-4264-9722-F86C3D1F2B00}" dt="2026-05-07T05:45:37.506" v="976" actId="255"/>
          <ac:spMkLst>
            <pc:docMk/>
            <pc:sldMk cId="2328824462" sldId="7934"/>
            <ac:spMk id="44" creationId="{52462E5C-DC07-2339-03E6-1147FD71B634}"/>
          </ac:spMkLst>
        </pc:spChg>
        <pc:spChg chg="mod">
          <ac:chgData name="Vigneshwaran Balachandar" userId="63b8fa9e-6a84-41b1-a748-33f844a108e7" providerId="ADAL" clId="{1B46B5B9-2E09-4264-9722-F86C3D1F2B00}" dt="2026-05-07T05:38:26.169" v="869" actId="1076"/>
          <ac:spMkLst>
            <pc:docMk/>
            <pc:sldMk cId="2328824462" sldId="7934"/>
            <ac:spMk id="45" creationId="{AF3D7DF2-2C67-FF50-8E39-DE5D03B3A66A}"/>
          </ac:spMkLst>
        </pc:spChg>
        <pc:spChg chg="add mod">
          <ac:chgData name="Vigneshwaran Balachandar" userId="63b8fa9e-6a84-41b1-a748-33f844a108e7" providerId="ADAL" clId="{1B46B5B9-2E09-4264-9722-F86C3D1F2B00}" dt="2026-05-07T05:45:37.506" v="976" actId="255"/>
          <ac:spMkLst>
            <pc:docMk/>
            <pc:sldMk cId="2328824462" sldId="7934"/>
            <ac:spMk id="46" creationId="{90A4C5A9-91DE-5E26-7DF4-97A3C6AF97CF}"/>
          </ac:spMkLst>
        </pc:spChg>
        <pc:spChg chg="add mod">
          <ac:chgData name="Vigneshwaran Balachandar" userId="63b8fa9e-6a84-41b1-a748-33f844a108e7" providerId="ADAL" clId="{1B46B5B9-2E09-4264-9722-F86C3D1F2B00}" dt="2026-05-07T05:45:37.506" v="976" actId="255"/>
          <ac:spMkLst>
            <pc:docMk/>
            <pc:sldMk cId="2328824462" sldId="7934"/>
            <ac:spMk id="47" creationId="{79BBF422-180B-D33E-AD3E-1E79622A80EF}"/>
          </ac:spMkLst>
        </pc:spChg>
        <pc:spChg chg="add mod">
          <ac:chgData name="Vigneshwaran Balachandar" userId="63b8fa9e-6a84-41b1-a748-33f844a108e7" providerId="ADAL" clId="{1B46B5B9-2E09-4264-9722-F86C3D1F2B00}" dt="2026-05-07T05:45:20.569" v="974" actId="255"/>
          <ac:spMkLst>
            <pc:docMk/>
            <pc:sldMk cId="2328824462" sldId="7934"/>
            <ac:spMk id="48" creationId="{BD99AB1B-516B-CD68-2360-2AF264965103}"/>
          </ac:spMkLst>
        </pc:spChg>
        <pc:spChg chg="add mod">
          <ac:chgData name="Vigneshwaran Balachandar" userId="63b8fa9e-6a84-41b1-a748-33f844a108e7" providerId="ADAL" clId="{1B46B5B9-2E09-4264-9722-F86C3D1F2B00}" dt="2026-05-07T05:37:42.811" v="862" actId="1076"/>
          <ac:spMkLst>
            <pc:docMk/>
            <pc:sldMk cId="2328824462" sldId="7934"/>
            <ac:spMk id="49" creationId="{68B32DBA-EDED-74DA-EA2C-C3E0303C44AD}"/>
          </ac:spMkLst>
        </pc:spChg>
        <pc:spChg chg="add mod">
          <ac:chgData name="Vigneshwaran Balachandar" userId="63b8fa9e-6a84-41b1-a748-33f844a108e7" providerId="ADAL" clId="{1B46B5B9-2E09-4264-9722-F86C3D1F2B00}" dt="2026-05-07T05:37:35.598" v="861" actId="1076"/>
          <ac:spMkLst>
            <pc:docMk/>
            <pc:sldMk cId="2328824462" sldId="7934"/>
            <ac:spMk id="50" creationId="{A8678C06-EFAC-B7C4-E8E0-8A373BCA064C}"/>
          </ac:spMkLst>
        </pc:spChg>
        <pc:spChg chg="add mod">
          <ac:chgData name="Vigneshwaran Balachandar" userId="63b8fa9e-6a84-41b1-a748-33f844a108e7" providerId="ADAL" clId="{1B46B5B9-2E09-4264-9722-F86C3D1F2B00}" dt="2026-05-07T05:45:20.569" v="974" actId="255"/>
          <ac:spMkLst>
            <pc:docMk/>
            <pc:sldMk cId="2328824462" sldId="7934"/>
            <ac:spMk id="51" creationId="{77822282-203A-1F5C-7C59-BEE1BA12E4F6}"/>
          </ac:spMkLst>
        </pc:spChg>
        <pc:spChg chg="add mod">
          <ac:chgData name="Vigneshwaran Balachandar" userId="63b8fa9e-6a84-41b1-a748-33f844a108e7" providerId="ADAL" clId="{1B46B5B9-2E09-4264-9722-F86C3D1F2B00}" dt="2026-05-07T05:45:20.569" v="974" actId="255"/>
          <ac:spMkLst>
            <pc:docMk/>
            <pc:sldMk cId="2328824462" sldId="7934"/>
            <ac:spMk id="52" creationId="{6DB92782-7513-3E66-6F41-4F99F2E900BA}"/>
          </ac:spMkLst>
        </pc:spChg>
        <pc:spChg chg="add mod">
          <ac:chgData name="Vigneshwaran Balachandar" userId="63b8fa9e-6a84-41b1-a748-33f844a108e7" providerId="ADAL" clId="{1B46B5B9-2E09-4264-9722-F86C3D1F2B00}" dt="2026-05-07T05:35:47.072" v="821" actId="14100"/>
          <ac:spMkLst>
            <pc:docMk/>
            <pc:sldMk cId="2328824462" sldId="7934"/>
            <ac:spMk id="53" creationId="{1EB5F973-499C-BCBA-2E98-C49F8CAF91F3}"/>
          </ac:spMkLst>
        </pc:spChg>
        <pc:spChg chg="add mod">
          <ac:chgData name="Vigneshwaran Balachandar" userId="63b8fa9e-6a84-41b1-a748-33f844a108e7" providerId="ADAL" clId="{1B46B5B9-2E09-4264-9722-F86C3D1F2B00}" dt="2026-05-07T05:35:57.852" v="825" actId="1037"/>
          <ac:spMkLst>
            <pc:docMk/>
            <pc:sldMk cId="2328824462" sldId="7934"/>
            <ac:spMk id="54" creationId="{222FD300-6588-276D-0B6D-DF6AB822B0A3}"/>
          </ac:spMkLst>
        </pc:spChg>
        <pc:spChg chg="add mod">
          <ac:chgData name="Vigneshwaran Balachandar" userId="63b8fa9e-6a84-41b1-a748-33f844a108e7" providerId="ADAL" clId="{1B46B5B9-2E09-4264-9722-F86C3D1F2B00}" dt="2026-05-07T05:44:39.399" v="971" actId="1035"/>
          <ac:spMkLst>
            <pc:docMk/>
            <pc:sldMk cId="2328824462" sldId="7934"/>
            <ac:spMk id="55" creationId="{1CA689E2-D1F1-4E69-DD73-364209CCFFA1}"/>
          </ac:spMkLst>
        </pc:spChg>
        <pc:spChg chg="add mod">
          <ac:chgData name="Vigneshwaran Balachandar" userId="63b8fa9e-6a84-41b1-a748-33f844a108e7" providerId="ADAL" clId="{1B46B5B9-2E09-4264-9722-F86C3D1F2B00}" dt="2026-05-07T05:45:37.506" v="976" actId="255"/>
          <ac:spMkLst>
            <pc:docMk/>
            <pc:sldMk cId="2328824462" sldId="7934"/>
            <ac:spMk id="56" creationId="{3B24217B-2249-393A-664A-C5C28E5BC4C6}"/>
          </ac:spMkLst>
        </pc:spChg>
        <pc:spChg chg="add mod">
          <ac:chgData name="Vigneshwaran Balachandar" userId="63b8fa9e-6a84-41b1-a748-33f844a108e7" providerId="ADAL" clId="{1B46B5B9-2E09-4264-9722-F86C3D1F2B00}" dt="2026-05-07T05:44:39.399" v="971" actId="1035"/>
          <ac:spMkLst>
            <pc:docMk/>
            <pc:sldMk cId="2328824462" sldId="7934"/>
            <ac:spMk id="57" creationId="{A713915E-A868-62D8-FFF7-E6EAB141F776}"/>
          </ac:spMkLst>
        </pc:spChg>
        <pc:spChg chg="add mod">
          <ac:chgData name="Vigneshwaran Balachandar" userId="63b8fa9e-6a84-41b1-a748-33f844a108e7" providerId="ADAL" clId="{1B46B5B9-2E09-4264-9722-F86C3D1F2B00}" dt="2026-05-07T05:39:39.055" v="929" actId="1076"/>
          <ac:spMkLst>
            <pc:docMk/>
            <pc:sldMk cId="2328824462" sldId="7934"/>
            <ac:spMk id="58" creationId="{E362076C-6104-9AE5-1604-742E801FC3FD}"/>
          </ac:spMkLst>
        </pc:spChg>
        <pc:spChg chg="add mod">
          <ac:chgData name="Vigneshwaran Balachandar" userId="63b8fa9e-6a84-41b1-a748-33f844a108e7" providerId="ADAL" clId="{1B46B5B9-2E09-4264-9722-F86C3D1F2B00}" dt="2026-05-07T05:40:13.180" v="932" actId="14100"/>
          <ac:spMkLst>
            <pc:docMk/>
            <pc:sldMk cId="2328824462" sldId="7934"/>
            <ac:spMk id="59" creationId="{B6276AA4-8EE3-D489-B591-2F76A4A830C9}"/>
          </ac:spMkLst>
        </pc:spChg>
        <pc:spChg chg="add mod">
          <ac:chgData name="Vigneshwaran Balachandar" userId="63b8fa9e-6a84-41b1-a748-33f844a108e7" providerId="ADAL" clId="{1B46B5B9-2E09-4264-9722-F86C3D1F2B00}" dt="2026-05-07T05:45:37.506" v="976" actId="255"/>
          <ac:spMkLst>
            <pc:docMk/>
            <pc:sldMk cId="2328824462" sldId="7934"/>
            <ac:spMk id="60" creationId="{5FD1A77B-C608-E753-7938-87C4C947996F}"/>
          </ac:spMkLst>
        </pc:spChg>
        <pc:picChg chg="add del mod">
          <ac:chgData name="Vigneshwaran Balachandar" userId="63b8fa9e-6a84-41b1-a748-33f844a108e7" providerId="ADAL" clId="{1B46B5B9-2E09-4264-9722-F86C3D1F2B00}" dt="2026-05-07T04:34:50.855" v="629" actId="478"/>
          <ac:picMkLst>
            <pc:docMk/>
            <pc:sldMk cId="2328824462" sldId="7934"/>
            <ac:picMk id="2" creationId="{0F919B00-B0D9-6D06-12F0-ACE9F301A61D}"/>
          </ac:picMkLst>
        </pc:picChg>
        <pc:picChg chg="add mod modCrop">
          <ac:chgData name="Vigneshwaran Balachandar" userId="63b8fa9e-6a84-41b1-a748-33f844a108e7" providerId="ADAL" clId="{1B46B5B9-2E09-4264-9722-F86C3D1F2B00}" dt="2026-05-07T05:37:53.356" v="865" actId="1076"/>
          <ac:picMkLst>
            <pc:docMk/>
            <pc:sldMk cId="2328824462" sldId="7934"/>
            <ac:picMk id="4" creationId="{7C7A31F0-5B1F-C0AE-21E3-8EF5B0718E1A}"/>
          </ac:picMkLst>
        </pc:picChg>
        <pc:picChg chg="mod">
          <ac:chgData name="Vigneshwaran Balachandar" userId="63b8fa9e-6a84-41b1-a748-33f844a108e7" providerId="ADAL" clId="{1B46B5B9-2E09-4264-9722-F86C3D1F2B00}" dt="2026-05-07T05:33:21.133" v="789" actId="1076"/>
          <ac:picMkLst>
            <pc:docMk/>
            <pc:sldMk cId="2328824462" sldId="7934"/>
            <ac:picMk id="11" creationId="{4F465364-B949-3B22-0D64-D09C9C9EFAAC}"/>
          </ac:picMkLst>
        </pc:picChg>
        <pc:picChg chg="mod">
          <ac:chgData name="Vigneshwaran Balachandar" userId="63b8fa9e-6a84-41b1-a748-33f844a108e7" providerId="ADAL" clId="{1B46B5B9-2E09-4264-9722-F86C3D1F2B00}" dt="2026-05-07T05:31:44.427" v="766" actId="1076"/>
          <ac:picMkLst>
            <pc:docMk/>
            <pc:sldMk cId="2328824462" sldId="7934"/>
            <ac:picMk id="17" creationId="{9F42D776-F974-3375-594A-6EB31AD42E30}"/>
          </ac:picMkLst>
        </pc:picChg>
        <pc:picChg chg="mod">
          <ac:chgData name="Vigneshwaran Balachandar" userId="63b8fa9e-6a84-41b1-a748-33f844a108e7" providerId="ADAL" clId="{1B46B5B9-2E09-4264-9722-F86C3D1F2B00}" dt="2026-05-07T05:38:26.169" v="869" actId="1076"/>
          <ac:picMkLst>
            <pc:docMk/>
            <pc:sldMk cId="2328824462" sldId="7934"/>
            <ac:picMk id="19" creationId="{D18A6D88-F48F-F6C5-66ED-4E6AC89FC8C8}"/>
          </ac:picMkLst>
        </pc:picChg>
        <pc:picChg chg="mod">
          <ac:chgData name="Vigneshwaran Balachandar" userId="63b8fa9e-6a84-41b1-a748-33f844a108e7" providerId="ADAL" clId="{1B46B5B9-2E09-4264-9722-F86C3D1F2B00}" dt="2026-05-07T05:38:26.169" v="869" actId="1076"/>
          <ac:picMkLst>
            <pc:docMk/>
            <pc:sldMk cId="2328824462" sldId="7934"/>
            <ac:picMk id="20" creationId="{F33CEC3A-1A90-446E-563B-9E120B14228F}"/>
          </ac:picMkLst>
        </pc:picChg>
        <pc:cxnChg chg="add del mod">
          <ac:chgData name="Vigneshwaran Balachandar" userId="63b8fa9e-6a84-41b1-a748-33f844a108e7" providerId="ADAL" clId="{1B46B5B9-2E09-4264-9722-F86C3D1F2B00}" dt="2026-05-07T04:39:21.714" v="712" actId="478"/>
          <ac:cxnSpMkLst>
            <pc:docMk/>
            <pc:sldMk cId="2328824462" sldId="7934"/>
            <ac:cxnSpMk id="15" creationId="{3955DFD8-B178-D71D-28FB-50593EAA7798}"/>
          </ac:cxnSpMkLst>
        </pc:cxnChg>
        <pc:cxnChg chg="mod">
          <ac:chgData name="Vigneshwaran Balachandar" userId="63b8fa9e-6a84-41b1-a748-33f844a108e7" providerId="ADAL" clId="{1B46B5B9-2E09-4264-9722-F86C3D1F2B00}" dt="2026-05-07T05:38:26.169" v="869" actId="1076"/>
          <ac:cxnSpMkLst>
            <pc:docMk/>
            <pc:sldMk cId="2328824462" sldId="7934"/>
            <ac:cxnSpMk id="24" creationId="{54D8DFA3-8733-7C5C-CF81-2F88EBD4BBC8}"/>
          </ac:cxnSpMkLst>
        </pc:cxnChg>
        <pc:cxnChg chg="add del mod">
          <ac:chgData name="Vigneshwaran Balachandar" userId="63b8fa9e-6a84-41b1-a748-33f844a108e7" providerId="ADAL" clId="{1B46B5B9-2E09-4264-9722-F86C3D1F2B00}" dt="2026-05-07T04:39:19.776" v="711" actId="478"/>
          <ac:cxnSpMkLst>
            <pc:docMk/>
            <pc:sldMk cId="2328824462" sldId="7934"/>
            <ac:cxnSpMk id="25" creationId="{A985598D-B882-333D-0157-83F810478B0D}"/>
          </ac:cxnSpMkLst>
        </pc:cxnChg>
        <pc:cxnChg chg="add del mod">
          <ac:chgData name="Vigneshwaran Balachandar" userId="63b8fa9e-6a84-41b1-a748-33f844a108e7" providerId="ADAL" clId="{1B46B5B9-2E09-4264-9722-F86C3D1F2B00}" dt="2026-05-07T04:39:17.562" v="710" actId="478"/>
          <ac:cxnSpMkLst>
            <pc:docMk/>
            <pc:sldMk cId="2328824462" sldId="7934"/>
            <ac:cxnSpMk id="29" creationId="{969EF32C-BDCE-DEBC-4D5E-F28615C944F8}"/>
          </ac:cxnSpMkLst>
        </pc:cxnChg>
        <pc:cxnChg chg="mod">
          <ac:chgData name="Vigneshwaran Balachandar" userId="63b8fa9e-6a84-41b1-a748-33f844a108e7" providerId="ADAL" clId="{1B46B5B9-2E09-4264-9722-F86C3D1F2B00}" dt="2026-05-07T05:38:26.169" v="869" actId="1076"/>
          <ac:cxnSpMkLst>
            <pc:docMk/>
            <pc:sldMk cId="2328824462" sldId="7934"/>
            <ac:cxnSpMk id="37" creationId="{3F1ABE21-1D0E-3192-C314-930B759F9FE0}"/>
          </ac:cxnSpMkLst>
        </pc:cxnChg>
      </pc:sldChg>
      <pc:sldChg chg="addSp modSp mod">
        <pc:chgData name="Vigneshwaran Balachandar" userId="63b8fa9e-6a84-41b1-a748-33f844a108e7" providerId="ADAL" clId="{1B46B5B9-2E09-4264-9722-F86C3D1F2B00}" dt="2026-05-07T05:42:55.970" v="953" actId="20577"/>
        <pc:sldMkLst>
          <pc:docMk/>
          <pc:sldMk cId="1710447487" sldId="7935"/>
        </pc:sldMkLst>
        <pc:graphicFrameChg chg="mod modGraphic">
          <ac:chgData name="Vigneshwaran Balachandar" userId="63b8fa9e-6a84-41b1-a748-33f844a108e7" providerId="ADAL" clId="{1B46B5B9-2E09-4264-9722-F86C3D1F2B00}" dt="2026-05-07T05:42:55.970" v="953" actId="20577"/>
          <ac:graphicFrameMkLst>
            <pc:docMk/>
            <pc:sldMk cId="1710447487" sldId="7935"/>
            <ac:graphicFrameMk id="6" creationId="{8157132D-E89D-6E90-4D3D-BDFA159BCBAC}"/>
          </ac:graphicFrameMkLst>
        </pc:graphicFrameChg>
      </pc:sldChg>
      <pc:sldChg chg="addSp modSp add mod ord">
        <pc:chgData name="Vigneshwaran Balachandar" userId="63b8fa9e-6a84-41b1-a748-33f844a108e7" providerId="ADAL" clId="{1B46B5B9-2E09-4264-9722-F86C3D1F2B00}" dt="2026-05-07T05:48:18.207" v="978"/>
        <pc:sldMkLst>
          <pc:docMk/>
          <pc:sldMk cId="4162636148" sldId="7936"/>
        </pc:sldMkLst>
        <pc:graphicFrameChg chg="mod modGraphic">
          <ac:chgData name="Vigneshwaran Balachandar" userId="63b8fa9e-6a84-41b1-a748-33f844a108e7" providerId="ADAL" clId="{1B46B5B9-2E09-4264-9722-F86C3D1F2B00}" dt="2026-05-07T05:43:28.824" v="958"/>
          <ac:graphicFrameMkLst>
            <pc:docMk/>
            <pc:sldMk cId="4162636148" sldId="7936"/>
            <ac:graphicFrameMk id="28" creationId="{88A2AFE0-7721-7E48-67B8-504DFC03B136}"/>
          </ac:graphicFrameMkLst>
        </pc:graphicFrameChg>
      </pc:sldChg>
      <pc:sldChg chg="modSp mod">
        <pc:chgData name="Vigneshwaran Balachandar" userId="63b8fa9e-6a84-41b1-a748-33f844a108e7" providerId="ADAL" clId="{1B46B5B9-2E09-4264-9722-F86C3D1F2B00}" dt="2026-05-07T05:43:04.386" v="954"/>
        <pc:sldMkLst>
          <pc:docMk/>
          <pc:sldMk cId="378011482" sldId="7937"/>
        </pc:sldMkLst>
        <pc:graphicFrameChg chg="mod modGraphic">
          <ac:chgData name="Vigneshwaran Balachandar" userId="63b8fa9e-6a84-41b1-a748-33f844a108e7" providerId="ADAL" clId="{1B46B5B9-2E09-4264-9722-F86C3D1F2B00}" dt="2026-05-07T05:43:04.386" v="954"/>
          <ac:graphicFrameMkLst>
            <pc:docMk/>
            <pc:sldMk cId="378011482" sldId="7937"/>
            <ac:graphicFrameMk id="6" creationId="{3A70AE3A-6F81-D8D1-2A69-9C0B0558E1CC}"/>
          </ac:graphicFrameMkLst>
        </pc:graphicFrameChg>
      </pc:sldChg>
      <pc:sldChg chg="modSp ord">
        <pc:chgData name="Vigneshwaran Balachandar" userId="63b8fa9e-6a84-41b1-a748-33f844a108e7" providerId="ADAL" clId="{1B46B5B9-2E09-4264-9722-F86C3D1F2B00}" dt="2026-05-07T05:49:41.892" v="986"/>
        <pc:sldMkLst>
          <pc:docMk/>
          <pc:sldMk cId="589222730" sldId="7938"/>
        </pc:sldMkLst>
        <pc:graphicFrameChg chg="mod">
          <ac:chgData name="Vigneshwaran Balachandar" userId="63b8fa9e-6a84-41b1-a748-33f844a108e7" providerId="ADAL" clId="{1B46B5B9-2E09-4264-9722-F86C3D1F2B00}" dt="2026-05-07T05:43:09.154" v="955"/>
          <ac:graphicFrameMkLst>
            <pc:docMk/>
            <pc:sldMk cId="589222730" sldId="7938"/>
            <ac:graphicFrameMk id="6" creationId="{327879AE-5DAF-BBBF-868F-FDA04574E4BA}"/>
          </ac:graphicFrameMkLst>
        </pc:graphicFrameChg>
      </pc:sldChg>
      <pc:sldChg chg="modSp add mod ord">
        <pc:chgData name="Vigneshwaran Balachandar" userId="63b8fa9e-6a84-41b1-a748-33f844a108e7" providerId="ADAL" clId="{1B46B5B9-2E09-4264-9722-F86C3D1F2B00}" dt="2026-05-07T05:50:13.283" v="994"/>
        <pc:sldMkLst>
          <pc:docMk/>
          <pc:sldMk cId="2644978277" sldId="7939"/>
        </pc:sldMkLst>
        <pc:graphicFrameChg chg="mod modGraphic">
          <ac:chgData name="Vigneshwaran Balachandar" userId="63b8fa9e-6a84-41b1-a748-33f844a108e7" providerId="ADAL" clId="{1B46B5B9-2E09-4264-9722-F86C3D1F2B00}" dt="2026-05-07T05:43:14.176" v="956"/>
          <ac:graphicFrameMkLst>
            <pc:docMk/>
            <pc:sldMk cId="2644978277" sldId="7939"/>
            <ac:graphicFrameMk id="6" creationId="{B770C1A7-DD15-7AC8-3B9C-239866C55375}"/>
          </ac:graphicFrameMkLst>
        </pc:graphicFrameChg>
      </pc:sldChg>
      <pc:sldChg chg="addSp modSp add mod ord">
        <pc:chgData name="Vigneshwaran Balachandar" userId="63b8fa9e-6a84-41b1-a748-33f844a108e7" providerId="ADAL" clId="{1B46B5B9-2E09-4264-9722-F86C3D1F2B00}" dt="2026-05-07T05:49:45.241" v="988"/>
        <pc:sldMkLst>
          <pc:docMk/>
          <pc:sldMk cId="3961838888" sldId="7940"/>
        </pc:sldMkLst>
        <pc:graphicFrameChg chg="mod">
          <ac:chgData name="Vigneshwaran Balachandar" userId="63b8fa9e-6a84-41b1-a748-33f844a108e7" providerId="ADAL" clId="{1B46B5B9-2E09-4264-9722-F86C3D1F2B00}" dt="2026-05-07T05:43:23.888" v="957"/>
          <ac:graphicFrameMkLst>
            <pc:docMk/>
            <pc:sldMk cId="3961838888" sldId="7940"/>
            <ac:graphicFrameMk id="6" creationId="{598AF475-DB91-59CA-EAC0-CEB5633E91E7}"/>
          </ac:graphicFrameMkLst>
        </pc:graphicFrameChg>
      </pc:sldChg>
      <pc:sldChg chg="addSp delSp modSp add mod">
        <pc:chgData name="Vigneshwaran Balachandar" userId="63b8fa9e-6a84-41b1-a748-33f844a108e7" providerId="ADAL" clId="{1B46B5B9-2E09-4264-9722-F86C3D1F2B00}" dt="2026-05-07T05:43:34.249" v="959"/>
        <pc:sldMkLst>
          <pc:docMk/>
          <pc:sldMk cId="3508394747" sldId="7941"/>
        </pc:sldMkLst>
        <pc:graphicFrameChg chg="mod modGraphic">
          <ac:chgData name="Vigneshwaran Balachandar" userId="63b8fa9e-6a84-41b1-a748-33f844a108e7" providerId="ADAL" clId="{1B46B5B9-2E09-4264-9722-F86C3D1F2B00}" dt="2026-05-07T05:43:34.249" v="959"/>
          <ac:graphicFrameMkLst>
            <pc:docMk/>
            <pc:sldMk cId="3508394747" sldId="7941"/>
            <ac:graphicFrameMk id="6" creationId="{7D7B630F-1191-BFBF-94FA-A5569AAF76D4}"/>
          </ac:graphicFrameMkLst>
        </pc:graphicFrameChg>
        <pc:picChg chg="add mod ord">
          <ac:chgData name="Vigneshwaran Balachandar" userId="63b8fa9e-6a84-41b1-a748-33f844a108e7" providerId="ADAL" clId="{1B46B5B9-2E09-4264-9722-F86C3D1F2B00}" dt="2026-05-07T04:34:13.035" v="625" actId="1076"/>
          <ac:picMkLst>
            <pc:docMk/>
            <pc:sldMk cId="3508394747" sldId="7941"/>
            <ac:picMk id="12" creationId="{2499571F-747C-5582-FB72-26F44342BFD8}"/>
          </ac:picMkLst>
        </pc:picChg>
      </pc:sldChg>
      <pc:sldChg chg="addSp delSp modSp add mod ord">
        <pc:chgData name="Vigneshwaran Balachandar" userId="63b8fa9e-6a84-41b1-a748-33f844a108e7" providerId="ADAL" clId="{1B46B5B9-2E09-4264-9722-F86C3D1F2B00}" dt="2026-05-07T05:50:31.202" v="996"/>
        <pc:sldMkLst>
          <pc:docMk/>
          <pc:sldMk cId="1638592050" sldId="7942"/>
        </pc:sldMkLst>
        <pc:graphicFrameChg chg="mod modGraphic">
          <ac:chgData name="Vigneshwaran Balachandar" userId="63b8fa9e-6a84-41b1-a748-33f844a108e7" providerId="ADAL" clId="{1B46B5B9-2E09-4264-9722-F86C3D1F2B00}" dt="2026-05-07T05:43:39.744" v="960"/>
          <ac:graphicFrameMkLst>
            <pc:docMk/>
            <pc:sldMk cId="1638592050" sldId="7942"/>
            <ac:graphicFrameMk id="6" creationId="{09291C36-010F-EC14-3C8F-F0DBFDA93E40}"/>
          </ac:graphicFrameMkLst>
        </pc:graphicFrameChg>
      </pc:sldChg>
      <pc:sldChg chg="modSp ord">
        <pc:chgData name="Vigneshwaran Balachandar" userId="63b8fa9e-6a84-41b1-a748-33f844a108e7" providerId="ADAL" clId="{1B46B5B9-2E09-4264-9722-F86C3D1F2B00}" dt="2026-05-07T05:49:05.203" v="980"/>
        <pc:sldMkLst>
          <pc:docMk/>
          <pc:sldMk cId="324546718" sldId="7943"/>
        </pc:sldMkLst>
        <pc:graphicFrameChg chg="mod">
          <ac:chgData name="Vigneshwaran Balachandar" userId="63b8fa9e-6a84-41b1-a748-33f844a108e7" providerId="ADAL" clId="{1B46B5B9-2E09-4264-9722-F86C3D1F2B00}" dt="2026-05-07T05:43:52.122" v="961"/>
          <ac:graphicFrameMkLst>
            <pc:docMk/>
            <pc:sldMk cId="324546718" sldId="7943"/>
            <ac:graphicFrameMk id="6" creationId="{95C1D558-6EA2-84C5-DC12-34E62E293467}"/>
          </ac:graphicFrameMkLst>
        </pc:graphicFrameChg>
      </pc:sldChg>
      <pc:sldChg chg="addSp delSp modSp add mod ord">
        <pc:chgData name="Vigneshwaran Balachandar" userId="63b8fa9e-6a84-41b1-a748-33f844a108e7" providerId="ADAL" clId="{1B46B5B9-2E09-4264-9722-F86C3D1F2B00}" dt="2026-05-07T05:49:05.203" v="980"/>
        <pc:sldMkLst>
          <pc:docMk/>
          <pc:sldMk cId="1600234677" sldId="7944"/>
        </pc:sldMkLst>
        <pc:graphicFrameChg chg="mod modGraphic">
          <ac:chgData name="Vigneshwaran Balachandar" userId="63b8fa9e-6a84-41b1-a748-33f844a108e7" providerId="ADAL" clId="{1B46B5B9-2E09-4264-9722-F86C3D1F2B00}" dt="2026-05-07T05:44:09.408" v="962"/>
          <ac:graphicFrameMkLst>
            <pc:docMk/>
            <pc:sldMk cId="1600234677" sldId="7944"/>
            <ac:graphicFrameMk id="6" creationId="{D61A4B80-ECF4-7D78-5F56-094EC1C961B2}"/>
          </ac:graphicFrameMkLst>
        </pc:graphicFrameChg>
      </pc:sldChg>
      <pc:sldChg chg="modSp">
        <pc:chgData name="Vigneshwaran Balachandar" userId="63b8fa9e-6a84-41b1-a748-33f844a108e7" providerId="ADAL" clId="{1B46B5B9-2E09-4264-9722-F86C3D1F2B00}" dt="2026-05-07T05:44:16.205" v="963"/>
        <pc:sldMkLst>
          <pc:docMk/>
          <pc:sldMk cId="3291471884" sldId="7945"/>
        </pc:sldMkLst>
        <pc:graphicFrameChg chg="mod">
          <ac:chgData name="Vigneshwaran Balachandar" userId="63b8fa9e-6a84-41b1-a748-33f844a108e7" providerId="ADAL" clId="{1B46B5B9-2E09-4264-9722-F86C3D1F2B00}" dt="2026-05-07T05:44:16.205" v="963"/>
          <ac:graphicFrameMkLst>
            <pc:docMk/>
            <pc:sldMk cId="3291471884" sldId="7945"/>
            <ac:graphicFrameMk id="6" creationId="{9D4B9045-DF99-6E58-7C2A-48C22AF495F7}"/>
          </ac:graphicFrameMkLst>
        </pc:graphicFrameChg>
      </pc:sldChg>
    </pc:docChg>
  </pc:docChgLst>
  <pc:docChgLst>
    <pc:chgData name="Paul Daniel Dass Dhanapal" userId="a3b2459a-4399-4c16-b045-c17fbe6bd25c" providerId="ADAL" clId="{98FC4701-10BB-470D-BC1A-FAA02BA1865F}"/>
    <pc:docChg chg="undo redo custSel addSld delSld modSld sldOrd">
      <pc:chgData name="Paul Daniel Dass Dhanapal" userId="a3b2459a-4399-4c16-b045-c17fbe6bd25c" providerId="ADAL" clId="{98FC4701-10BB-470D-BC1A-FAA02BA1865F}" dt="2026-05-08T11:41:42.749" v="3621" actId="1076"/>
      <pc:docMkLst>
        <pc:docMk/>
      </pc:docMkLst>
      <pc:sldChg chg="addSp delSp modSp add mod">
        <pc:chgData name="Paul Daniel Dass Dhanapal" userId="a3b2459a-4399-4c16-b045-c17fbe6bd25c" providerId="ADAL" clId="{98FC4701-10BB-470D-BC1A-FAA02BA1865F}" dt="2026-05-08T11:38:15.988" v="3616" actId="20577"/>
        <pc:sldMkLst>
          <pc:docMk/>
          <pc:sldMk cId="1779812247" sldId="7925"/>
        </pc:sldMkLst>
        <pc:spChg chg="del">
          <ac:chgData name="Paul Daniel Dass Dhanapal" userId="a3b2459a-4399-4c16-b045-c17fbe6bd25c" providerId="ADAL" clId="{98FC4701-10BB-470D-BC1A-FAA02BA1865F}" dt="2026-05-08T06:35:33.688" v="3328" actId="478"/>
          <ac:spMkLst>
            <pc:docMk/>
            <pc:sldMk cId="1779812247" sldId="7925"/>
            <ac:spMk id="2" creationId="{728384BA-32DB-9C84-2469-C333E2710D20}"/>
          </ac:spMkLst>
        </pc:spChg>
        <pc:spChg chg="add mod">
          <ac:chgData name="Paul Daniel Dass Dhanapal" userId="a3b2459a-4399-4c16-b045-c17fbe6bd25c" providerId="ADAL" clId="{98FC4701-10BB-470D-BC1A-FAA02BA1865F}" dt="2026-05-08T11:38:15.988" v="3616" actId="20577"/>
          <ac:spMkLst>
            <pc:docMk/>
            <pc:sldMk cId="1779812247" sldId="7925"/>
            <ac:spMk id="2" creationId="{EA20B9C2-C27F-8C59-BF04-F1B03967FE53}"/>
          </ac:spMkLst>
        </pc:spChg>
        <pc:spChg chg="del">
          <ac:chgData name="Paul Daniel Dass Dhanapal" userId="a3b2459a-4399-4c16-b045-c17fbe6bd25c" providerId="ADAL" clId="{98FC4701-10BB-470D-BC1A-FAA02BA1865F}" dt="2026-05-08T06:35:33.688" v="3328" actId="478"/>
          <ac:spMkLst>
            <pc:docMk/>
            <pc:sldMk cId="1779812247" sldId="7925"/>
            <ac:spMk id="4" creationId="{2E4E2C48-3866-39CC-E6ED-E0CD3D4CD375}"/>
          </ac:spMkLst>
        </pc:spChg>
        <pc:spChg chg="del mod">
          <ac:chgData name="Paul Daniel Dass Dhanapal" userId="a3b2459a-4399-4c16-b045-c17fbe6bd25c" providerId="ADAL" clId="{98FC4701-10BB-470D-BC1A-FAA02BA1865F}" dt="2026-05-08T06:35:33.688" v="3328" actId="478"/>
          <ac:spMkLst>
            <pc:docMk/>
            <pc:sldMk cId="1779812247" sldId="7925"/>
            <ac:spMk id="5" creationId="{0B7E9086-38C1-778B-FBD9-2A4B61A1964A}"/>
          </ac:spMkLst>
        </pc:spChg>
        <pc:spChg chg="add mod">
          <ac:chgData name="Paul Daniel Dass Dhanapal" userId="a3b2459a-4399-4c16-b045-c17fbe6bd25c" providerId="ADAL" clId="{98FC4701-10BB-470D-BC1A-FAA02BA1865F}" dt="2026-05-08T06:35:38.795" v="3329"/>
          <ac:spMkLst>
            <pc:docMk/>
            <pc:sldMk cId="1779812247" sldId="7925"/>
            <ac:spMk id="6" creationId="{111F4D1B-A933-9BB6-E762-036AA2906570}"/>
          </ac:spMkLst>
        </pc:spChg>
      </pc:sldChg>
      <pc:sldChg chg="addSp delSp modSp del mod">
        <pc:chgData name="Paul Daniel Dass Dhanapal" userId="a3b2459a-4399-4c16-b045-c17fbe6bd25c" providerId="ADAL" clId="{98FC4701-10BB-470D-BC1A-FAA02BA1865F}" dt="2026-05-07T16:02:34.570" v="1289" actId="47"/>
        <pc:sldMkLst>
          <pc:docMk/>
          <pc:sldMk cId="1850391546" sldId="7929"/>
        </pc:sldMkLst>
      </pc:sldChg>
      <pc:sldChg chg="addSp delSp modSp del mod">
        <pc:chgData name="Paul Daniel Dass Dhanapal" userId="a3b2459a-4399-4c16-b045-c17fbe6bd25c" providerId="ADAL" clId="{98FC4701-10BB-470D-BC1A-FAA02BA1865F}" dt="2026-05-07T16:02:33.341" v="1288" actId="47"/>
        <pc:sldMkLst>
          <pc:docMk/>
          <pc:sldMk cId="2095857428" sldId="7932"/>
        </pc:sldMkLst>
      </pc:sldChg>
      <pc:sldChg chg="addSp delSp modSp add mod ord">
        <pc:chgData name="Paul Daniel Dass Dhanapal" userId="a3b2459a-4399-4c16-b045-c17fbe6bd25c" providerId="ADAL" clId="{98FC4701-10BB-470D-BC1A-FAA02BA1865F}" dt="2026-05-08T11:14:42.204" v="3390" actId="14100"/>
        <pc:sldMkLst>
          <pc:docMk/>
          <pc:sldMk cId="2328824462" sldId="7934"/>
        </pc:sldMkLst>
        <pc:spChg chg="mod">
          <ac:chgData name="Paul Daniel Dass Dhanapal" userId="a3b2459a-4399-4c16-b045-c17fbe6bd25c" providerId="ADAL" clId="{98FC4701-10BB-470D-BC1A-FAA02BA1865F}" dt="2026-05-08T11:13:17.288" v="3379" actId="20577"/>
          <ac:spMkLst>
            <pc:docMk/>
            <pc:sldMk cId="2328824462" sldId="7934"/>
            <ac:spMk id="3" creationId="{149AD75B-8D34-4BFC-2982-289E223309C2}"/>
          </ac:spMkLst>
        </pc:spChg>
        <pc:spChg chg="del">
          <ac:chgData name="Paul Daniel Dass Dhanapal" userId="a3b2459a-4399-4c16-b045-c17fbe6bd25c" providerId="ADAL" clId="{98FC4701-10BB-470D-BC1A-FAA02BA1865F}" dt="2026-05-07T16:15:49.858" v="1387" actId="478"/>
          <ac:spMkLst>
            <pc:docMk/>
            <pc:sldMk cId="2328824462" sldId="7934"/>
            <ac:spMk id="5" creationId="{4DCA4982-4CA2-D04F-81A5-80201019BFDF}"/>
          </ac:spMkLst>
        </pc:spChg>
        <pc:spChg chg="mod">
          <ac:chgData name="Paul Daniel Dass Dhanapal" userId="a3b2459a-4399-4c16-b045-c17fbe6bd25c" providerId="ADAL" clId="{98FC4701-10BB-470D-BC1A-FAA02BA1865F}" dt="2026-05-07T16:08:01.267" v="1301" actId="1076"/>
          <ac:spMkLst>
            <pc:docMk/>
            <pc:sldMk cId="2328824462" sldId="7934"/>
            <ac:spMk id="6" creationId="{F271A970-A26A-9260-1B92-47490C245824}"/>
          </ac:spMkLst>
        </pc:spChg>
        <pc:spChg chg="add mod">
          <ac:chgData name="Paul Daniel Dass Dhanapal" userId="a3b2459a-4399-4c16-b045-c17fbe6bd25c" providerId="ADAL" clId="{98FC4701-10BB-470D-BC1A-FAA02BA1865F}" dt="2026-05-06T11:24:19.226" v="1"/>
          <ac:spMkLst>
            <pc:docMk/>
            <pc:sldMk cId="2328824462" sldId="7934"/>
            <ac:spMk id="7" creationId="{46898A2C-88FA-5DA6-DBD3-B55B6891E04B}"/>
          </ac:spMkLst>
        </pc:spChg>
        <pc:spChg chg="del mod">
          <ac:chgData name="Paul Daniel Dass Dhanapal" userId="a3b2459a-4399-4c16-b045-c17fbe6bd25c" providerId="ADAL" clId="{98FC4701-10BB-470D-BC1A-FAA02BA1865F}" dt="2026-05-07T16:15:49.858" v="1387" actId="478"/>
          <ac:spMkLst>
            <pc:docMk/>
            <pc:sldMk cId="2328824462" sldId="7934"/>
            <ac:spMk id="8" creationId="{58A224E0-F192-C9E4-6AF4-367D7A391AA8}"/>
          </ac:spMkLst>
        </pc:spChg>
        <pc:spChg chg="add mod">
          <ac:chgData name="Paul Daniel Dass Dhanapal" userId="a3b2459a-4399-4c16-b045-c17fbe6bd25c" providerId="ADAL" clId="{98FC4701-10BB-470D-BC1A-FAA02BA1865F}" dt="2026-05-08T11:13:52.038" v="3383" actId="14100"/>
          <ac:spMkLst>
            <pc:docMk/>
            <pc:sldMk cId="2328824462" sldId="7934"/>
            <ac:spMk id="10" creationId="{5C29FCC2-45E8-39CF-5C4D-EADD155D19B1}"/>
          </ac:spMkLst>
        </pc:spChg>
        <pc:spChg chg="add mod">
          <ac:chgData name="Paul Daniel Dass Dhanapal" userId="a3b2459a-4399-4c16-b045-c17fbe6bd25c" providerId="ADAL" clId="{98FC4701-10BB-470D-BC1A-FAA02BA1865F}" dt="2026-05-06T11:25:52.436" v="13"/>
          <ac:spMkLst>
            <pc:docMk/>
            <pc:sldMk cId="2328824462" sldId="7934"/>
            <ac:spMk id="12" creationId="{B31081F6-E4D2-2823-DA95-2A9305FD8AEA}"/>
          </ac:spMkLst>
        </pc:spChg>
        <pc:spChg chg="add mod">
          <ac:chgData name="Paul Daniel Dass Dhanapal" userId="a3b2459a-4399-4c16-b045-c17fbe6bd25c" providerId="ADAL" clId="{98FC4701-10BB-470D-BC1A-FAA02BA1865F}" dt="2026-05-08T09:51:11.963" v="3346" actId="1036"/>
          <ac:spMkLst>
            <pc:docMk/>
            <pc:sldMk cId="2328824462" sldId="7934"/>
            <ac:spMk id="13" creationId="{4D6D5DB6-C0B5-7209-8725-C6664B643E4B}"/>
          </ac:spMkLst>
        </pc:spChg>
        <pc:spChg chg="add mod">
          <ac:chgData name="Paul Daniel Dass Dhanapal" userId="a3b2459a-4399-4c16-b045-c17fbe6bd25c" providerId="ADAL" clId="{98FC4701-10BB-470D-BC1A-FAA02BA1865F}" dt="2026-05-08T11:14:07.469" v="3384" actId="14100"/>
          <ac:spMkLst>
            <pc:docMk/>
            <pc:sldMk cId="2328824462" sldId="7934"/>
            <ac:spMk id="14" creationId="{7BDAB59E-1427-4EB8-6140-C4924A4ECB86}"/>
          </ac:spMkLst>
        </pc:spChg>
        <pc:spChg chg="add del mod">
          <ac:chgData name="Paul Daniel Dass Dhanapal" userId="a3b2459a-4399-4c16-b045-c17fbe6bd25c" providerId="ADAL" clId="{98FC4701-10BB-470D-BC1A-FAA02BA1865F}" dt="2026-05-07T16:15:49.858" v="1387" actId="478"/>
          <ac:spMkLst>
            <pc:docMk/>
            <pc:sldMk cId="2328824462" sldId="7934"/>
            <ac:spMk id="15" creationId="{D2441981-065C-7129-6CCE-802D2A83D769}"/>
          </ac:spMkLst>
        </pc:spChg>
        <pc:spChg chg="add del mod">
          <ac:chgData name="Paul Daniel Dass Dhanapal" userId="a3b2459a-4399-4c16-b045-c17fbe6bd25c" providerId="ADAL" clId="{98FC4701-10BB-470D-BC1A-FAA02BA1865F}" dt="2026-05-07T16:19:01.156" v="1452" actId="478"/>
          <ac:spMkLst>
            <pc:docMk/>
            <pc:sldMk cId="2328824462" sldId="7934"/>
            <ac:spMk id="16" creationId="{E3D8CFC9-8CBD-9A1D-A5C7-A89B22D8CEA7}"/>
          </ac:spMkLst>
        </pc:spChg>
        <pc:spChg chg="add del mod">
          <ac:chgData name="Paul Daniel Dass Dhanapal" userId="a3b2459a-4399-4c16-b045-c17fbe6bd25c" providerId="ADAL" clId="{98FC4701-10BB-470D-BC1A-FAA02BA1865F}" dt="2026-05-07T16:19:01.156" v="1452" actId="478"/>
          <ac:spMkLst>
            <pc:docMk/>
            <pc:sldMk cId="2328824462" sldId="7934"/>
            <ac:spMk id="18" creationId="{BA1A7086-FC72-6197-019B-8468DA86863B}"/>
          </ac:spMkLst>
        </pc:spChg>
        <pc:spChg chg="add del mod ord">
          <ac:chgData name="Paul Daniel Dass Dhanapal" userId="a3b2459a-4399-4c16-b045-c17fbe6bd25c" providerId="ADAL" clId="{98FC4701-10BB-470D-BC1A-FAA02BA1865F}" dt="2026-05-07T16:19:01.156" v="1452" actId="478"/>
          <ac:spMkLst>
            <pc:docMk/>
            <pc:sldMk cId="2328824462" sldId="7934"/>
            <ac:spMk id="21" creationId="{BE348ED2-B0C3-AE86-A493-CF6A7D4ACE4E}"/>
          </ac:spMkLst>
        </pc:spChg>
        <pc:spChg chg="add mod">
          <ac:chgData name="Paul Daniel Dass Dhanapal" userId="a3b2459a-4399-4c16-b045-c17fbe6bd25c" providerId="ADAL" clId="{98FC4701-10BB-470D-BC1A-FAA02BA1865F}" dt="2026-05-07T16:08:01.267" v="1301" actId="1076"/>
          <ac:spMkLst>
            <pc:docMk/>
            <pc:sldMk cId="2328824462" sldId="7934"/>
            <ac:spMk id="22" creationId="{ECE25CFB-B2C7-A3CF-3E4B-CC28C956D855}"/>
          </ac:spMkLst>
        </pc:spChg>
        <pc:spChg chg="add del mod ord">
          <ac:chgData name="Paul Daniel Dass Dhanapal" userId="a3b2459a-4399-4c16-b045-c17fbe6bd25c" providerId="ADAL" clId="{98FC4701-10BB-470D-BC1A-FAA02BA1865F}" dt="2026-05-07T16:19:01.156" v="1452" actId="478"/>
          <ac:spMkLst>
            <pc:docMk/>
            <pc:sldMk cId="2328824462" sldId="7934"/>
            <ac:spMk id="23" creationId="{7C6F3423-6A6C-DCEE-1123-DDFBC9266D15}"/>
          </ac:spMkLst>
        </pc:spChg>
        <pc:spChg chg="add del mod ord">
          <ac:chgData name="Paul Daniel Dass Dhanapal" userId="a3b2459a-4399-4c16-b045-c17fbe6bd25c" providerId="ADAL" clId="{98FC4701-10BB-470D-BC1A-FAA02BA1865F}" dt="2026-05-07T16:19:01.156" v="1452" actId="478"/>
          <ac:spMkLst>
            <pc:docMk/>
            <pc:sldMk cId="2328824462" sldId="7934"/>
            <ac:spMk id="25" creationId="{D4FA9750-B9BC-041F-3660-C7913B8692D4}"/>
          </ac:spMkLst>
        </pc:spChg>
        <pc:spChg chg="add del mod ord">
          <ac:chgData name="Paul Daniel Dass Dhanapal" userId="a3b2459a-4399-4c16-b045-c17fbe6bd25c" providerId="ADAL" clId="{98FC4701-10BB-470D-BC1A-FAA02BA1865F}" dt="2026-05-07T16:19:01.156" v="1452" actId="478"/>
          <ac:spMkLst>
            <pc:docMk/>
            <pc:sldMk cId="2328824462" sldId="7934"/>
            <ac:spMk id="26" creationId="{C4AA7045-5AE5-BC52-F7A5-BAAA111F95E6}"/>
          </ac:spMkLst>
        </pc:spChg>
        <pc:spChg chg="add del mod">
          <ac:chgData name="Paul Daniel Dass Dhanapal" userId="a3b2459a-4399-4c16-b045-c17fbe6bd25c" providerId="ADAL" clId="{98FC4701-10BB-470D-BC1A-FAA02BA1865F}" dt="2026-05-07T16:19:01.156" v="1452" actId="478"/>
          <ac:spMkLst>
            <pc:docMk/>
            <pc:sldMk cId="2328824462" sldId="7934"/>
            <ac:spMk id="27" creationId="{FAF6599C-AB2B-F892-ECAE-4AF26509C108}"/>
          </ac:spMkLst>
        </pc:spChg>
        <pc:spChg chg="add del mod">
          <ac:chgData name="Paul Daniel Dass Dhanapal" userId="a3b2459a-4399-4c16-b045-c17fbe6bd25c" providerId="ADAL" clId="{98FC4701-10BB-470D-BC1A-FAA02BA1865F}" dt="2026-05-07T16:19:01.156" v="1452" actId="478"/>
          <ac:spMkLst>
            <pc:docMk/>
            <pc:sldMk cId="2328824462" sldId="7934"/>
            <ac:spMk id="28" creationId="{A18E7024-3B69-3341-92D8-148586C7B06E}"/>
          </ac:spMkLst>
        </pc:spChg>
        <pc:spChg chg="add del mod">
          <ac:chgData name="Paul Daniel Dass Dhanapal" userId="a3b2459a-4399-4c16-b045-c17fbe6bd25c" providerId="ADAL" clId="{98FC4701-10BB-470D-BC1A-FAA02BA1865F}" dt="2026-05-07T16:15:49.858" v="1387" actId="478"/>
          <ac:spMkLst>
            <pc:docMk/>
            <pc:sldMk cId="2328824462" sldId="7934"/>
            <ac:spMk id="29" creationId="{00924B53-1C00-1533-AD05-D84871235AC1}"/>
          </ac:spMkLst>
        </pc:spChg>
        <pc:spChg chg="del mod">
          <ac:chgData name="Paul Daniel Dass Dhanapal" userId="a3b2459a-4399-4c16-b045-c17fbe6bd25c" providerId="ADAL" clId="{98FC4701-10BB-470D-BC1A-FAA02BA1865F}" dt="2026-05-07T16:15:49.858" v="1387" actId="478"/>
          <ac:spMkLst>
            <pc:docMk/>
            <pc:sldMk cId="2328824462" sldId="7934"/>
            <ac:spMk id="30" creationId="{0BE54342-2DBB-CCEE-03FD-0B1BCDF035BE}"/>
          </ac:spMkLst>
        </pc:spChg>
        <pc:spChg chg="del">
          <ac:chgData name="Paul Daniel Dass Dhanapal" userId="a3b2459a-4399-4c16-b045-c17fbe6bd25c" providerId="ADAL" clId="{98FC4701-10BB-470D-BC1A-FAA02BA1865F}" dt="2026-05-07T16:15:49.858" v="1387" actId="478"/>
          <ac:spMkLst>
            <pc:docMk/>
            <pc:sldMk cId="2328824462" sldId="7934"/>
            <ac:spMk id="31" creationId="{9E6CC42D-9609-DA65-7BA3-338A4120E5CC}"/>
          </ac:spMkLst>
        </pc:spChg>
        <pc:spChg chg="del mod">
          <ac:chgData name="Paul Daniel Dass Dhanapal" userId="a3b2459a-4399-4c16-b045-c17fbe6bd25c" providerId="ADAL" clId="{98FC4701-10BB-470D-BC1A-FAA02BA1865F}" dt="2026-05-07T16:15:49.858" v="1387" actId="478"/>
          <ac:spMkLst>
            <pc:docMk/>
            <pc:sldMk cId="2328824462" sldId="7934"/>
            <ac:spMk id="32" creationId="{ADBF1987-EEB1-ED35-724B-11AF7984A98E}"/>
          </ac:spMkLst>
        </pc:spChg>
        <pc:spChg chg="del mod">
          <ac:chgData name="Paul Daniel Dass Dhanapal" userId="a3b2459a-4399-4c16-b045-c17fbe6bd25c" providerId="ADAL" clId="{98FC4701-10BB-470D-BC1A-FAA02BA1865F}" dt="2026-05-07T16:15:49.858" v="1387" actId="478"/>
          <ac:spMkLst>
            <pc:docMk/>
            <pc:sldMk cId="2328824462" sldId="7934"/>
            <ac:spMk id="35" creationId="{CDAFA319-6DC5-98D7-ED35-BF649DF9FEDC}"/>
          </ac:spMkLst>
        </pc:spChg>
        <pc:spChg chg="add del mod">
          <ac:chgData name="Paul Daniel Dass Dhanapal" userId="a3b2459a-4399-4c16-b045-c17fbe6bd25c" providerId="ADAL" clId="{98FC4701-10BB-470D-BC1A-FAA02BA1865F}" dt="2026-05-07T16:15:49.858" v="1387" actId="478"/>
          <ac:spMkLst>
            <pc:docMk/>
            <pc:sldMk cId="2328824462" sldId="7934"/>
            <ac:spMk id="36" creationId="{9B523E2C-5145-7D3E-26C5-646CD3CCE424}"/>
          </ac:spMkLst>
        </pc:spChg>
        <pc:spChg chg="add mod">
          <ac:chgData name="Paul Daniel Dass Dhanapal" userId="a3b2459a-4399-4c16-b045-c17fbe6bd25c" providerId="ADAL" clId="{98FC4701-10BB-470D-BC1A-FAA02BA1865F}" dt="2026-05-07T16:16:12.727" v="1392" actId="14100"/>
          <ac:spMkLst>
            <pc:docMk/>
            <pc:sldMk cId="2328824462" sldId="7934"/>
            <ac:spMk id="38" creationId="{0A70C4DC-AEEB-3A25-61FD-102EF97D533A}"/>
          </ac:spMkLst>
        </pc:spChg>
        <pc:spChg chg="mod">
          <ac:chgData name="Paul Daniel Dass Dhanapal" userId="a3b2459a-4399-4c16-b045-c17fbe6bd25c" providerId="ADAL" clId="{98FC4701-10BB-470D-BC1A-FAA02BA1865F}" dt="2026-05-08T11:13:35.561" v="3381" actId="14100"/>
          <ac:spMkLst>
            <pc:docMk/>
            <pc:sldMk cId="2328824462" sldId="7934"/>
            <ac:spMk id="39" creationId="{9514AF5C-1B2D-6D53-FF51-25667A565E05}"/>
          </ac:spMkLst>
        </pc:spChg>
        <pc:spChg chg="add mod">
          <ac:chgData name="Paul Daniel Dass Dhanapal" userId="a3b2459a-4399-4c16-b045-c17fbe6bd25c" providerId="ADAL" clId="{98FC4701-10BB-470D-BC1A-FAA02BA1865F}" dt="2026-05-07T16:16:54.792" v="1418" actId="122"/>
          <ac:spMkLst>
            <pc:docMk/>
            <pc:sldMk cId="2328824462" sldId="7934"/>
            <ac:spMk id="40" creationId="{251F0F30-29DB-1F14-6E3D-C51405E0017E}"/>
          </ac:spMkLst>
        </pc:spChg>
        <pc:spChg chg="add mod">
          <ac:chgData name="Paul Daniel Dass Dhanapal" userId="a3b2459a-4399-4c16-b045-c17fbe6bd25c" providerId="ADAL" clId="{98FC4701-10BB-470D-BC1A-FAA02BA1865F}" dt="2026-05-08T11:14:37.887" v="3389" actId="14100"/>
          <ac:spMkLst>
            <pc:docMk/>
            <pc:sldMk cId="2328824462" sldId="7934"/>
            <ac:spMk id="41" creationId="{0DAA7422-B322-4552-4FF0-4F0336C4A2CE}"/>
          </ac:spMkLst>
        </pc:spChg>
        <pc:spChg chg="add del mod">
          <ac:chgData name="Paul Daniel Dass Dhanapal" userId="a3b2459a-4399-4c16-b045-c17fbe6bd25c" providerId="ADAL" clId="{98FC4701-10BB-470D-BC1A-FAA02BA1865F}" dt="2026-05-07T16:04:13.230" v="1292" actId="478"/>
          <ac:spMkLst>
            <pc:docMk/>
            <pc:sldMk cId="2328824462" sldId="7934"/>
            <ac:spMk id="42" creationId="{0CDE0ACC-A4FD-7160-FC1E-2D17CE2E75C3}"/>
          </ac:spMkLst>
        </pc:spChg>
        <pc:spChg chg="add del mod">
          <ac:chgData name="Paul Daniel Dass Dhanapal" userId="a3b2459a-4399-4c16-b045-c17fbe6bd25c" providerId="ADAL" clId="{98FC4701-10BB-470D-BC1A-FAA02BA1865F}" dt="2026-05-07T16:04:13.230" v="1292" actId="478"/>
          <ac:spMkLst>
            <pc:docMk/>
            <pc:sldMk cId="2328824462" sldId="7934"/>
            <ac:spMk id="43" creationId="{BF820835-97CE-33B5-A6D5-F4C5FC2DA5D2}"/>
          </ac:spMkLst>
        </pc:spChg>
        <pc:spChg chg="add del mod">
          <ac:chgData name="Paul Daniel Dass Dhanapal" userId="a3b2459a-4399-4c16-b045-c17fbe6bd25c" providerId="ADAL" clId="{98FC4701-10BB-470D-BC1A-FAA02BA1865F}" dt="2026-05-07T16:04:13.230" v="1292" actId="478"/>
          <ac:spMkLst>
            <pc:docMk/>
            <pc:sldMk cId="2328824462" sldId="7934"/>
            <ac:spMk id="44" creationId="{52462E5C-DC07-2339-03E6-1147FD71B634}"/>
          </ac:spMkLst>
        </pc:spChg>
        <pc:spChg chg="add del mod">
          <ac:chgData name="Paul Daniel Dass Dhanapal" userId="a3b2459a-4399-4c16-b045-c17fbe6bd25c" providerId="ADAL" clId="{98FC4701-10BB-470D-BC1A-FAA02BA1865F}" dt="2026-05-07T16:04:13.230" v="1292" actId="478"/>
          <ac:spMkLst>
            <pc:docMk/>
            <pc:sldMk cId="2328824462" sldId="7934"/>
            <ac:spMk id="45" creationId="{AF3D7DF2-2C67-FF50-8E39-DE5D03B3A66A}"/>
          </ac:spMkLst>
        </pc:spChg>
        <pc:spChg chg="del">
          <ac:chgData name="Paul Daniel Dass Dhanapal" userId="a3b2459a-4399-4c16-b045-c17fbe6bd25c" providerId="ADAL" clId="{98FC4701-10BB-470D-BC1A-FAA02BA1865F}" dt="2026-05-07T16:08:46.017" v="1308" actId="478"/>
          <ac:spMkLst>
            <pc:docMk/>
            <pc:sldMk cId="2328824462" sldId="7934"/>
            <ac:spMk id="46" creationId="{90A4C5A9-91DE-5E26-7DF4-97A3C6AF97CF}"/>
          </ac:spMkLst>
        </pc:spChg>
        <pc:spChg chg="del mod">
          <ac:chgData name="Paul Daniel Dass Dhanapal" userId="a3b2459a-4399-4c16-b045-c17fbe6bd25c" providerId="ADAL" clId="{98FC4701-10BB-470D-BC1A-FAA02BA1865F}" dt="2026-05-07T16:08:48.298" v="1309" actId="478"/>
          <ac:spMkLst>
            <pc:docMk/>
            <pc:sldMk cId="2328824462" sldId="7934"/>
            <ac:spMk id="47" creationId="{79BBF422-180B-D33E-AD3E-1E79622A80EF}"/>
          </ac:spMkLst>
        </pc:spChg>
        <pc:spChg chg="mod">
          <ac:chgData name="Paul Daniel Dass Dhanapal" userId="a3b2459a-4399-4c16-b045-c17fbe6bd25c" providerId="ADAL" clId="{98FC4701-10BB-470D-BC1A-FAA02BA1865F}" dt="2026-05-08T11:14:12.118" v="3386" actId="14100"/>
          <ac:spMkLst>
            <pc:docMk/>
            <pc:sldMk cId="2328824462" sldId="7934"/>
            <ac:spMk id="48" creationId="{BD99AB1B-516B-CD68-2360-2AF264965103}"/>
          </ac:spMkLst>
        </pc:spChg>
        <pc:spChg chg="mod ord">
          <ac:chgData name="Paul Daniel Dass Dhanapal" userId="a3b2459a-4399-4c16-b045-c17fbe6bd25c" providerId="ADAL" clId="{98FC4701-10BB-470D-BC1A-FAA02BA1865F}" dt="2026-05-07T16:18:53.488" v="1451" actId="1076"/>
          <ac:spMkLst>
            <pc:docMk/>
            <pc:sldMk cId="2328824462" sldId="7934"/>
            <ac:spMk id="49" creationId="{68B32DBA-EDED-74DA-EA2C-C3E0303C44AD}"/>
          </ac:spMkLst>
        </pc:spChg>
        <pc:spChg chg="mod ord">
          <ac:chgData name="Paul Daniel Dass Dhanapal" userId="a3b2459a-4399-4c16-b045-c17fbe6bd25c" providerId="ADAL" clId="{98FC4701-10BB-470D-BC1A-FAA02BA1865F}" dt="2026-05-07T16:18:44.451" v="1449" actId="1076"/>
          <ac:spMkLst>
            <pc:docMk/>
            <pc:sldMk cId="2328824462" sldId="7934"/>
            <ac:spMk id="50" creationId="{A8678C06-EFAC-B7C4-E8E0-8A373BCA064C}"/>
          </ac:spMkLst>
        </pc:spChg>
        <pc:spChg chg="mod ord">
          <ac:chgData name="Paul Daniel Dass Dhanapal" userId="a3b2459a-4399-4c16-b045-c17fbe6bd25c" providerId="ADAL" clId="{98FC4701-10BB-470D-BC1A-FAA02BA1865F}" dt="2026-05-07T16:18:41.120" v="1448" actId="1076"/>
          <ac:spMkLst>
            <pc:docMk/>
            <pc:sldMk cId="2328824462" sldId="7934"/>
            <ac:spMk id="51" creationId="{77822282-203A-1F5C-7C59-BEE1BA12E4F6}"/>
          </ac:spMkLst>
        </pc:spChg>
        <pc:spChg chg="mod ord">
          <ac:chgData name="Paul Daniel Dass Dhanapal" userId="a3b2459a-4399-4c16-b045-c17fbe6bd25c" providerId="ADAL" clId="{98FC4701-10BB-470D-BC1A-FAA02BA1865F}" dt="2026-05-07T16:18:49.038" v="1450" actId="1076"/>
          <ac:spMkLst>
            <pc:docMk/>
            <pc:sldMk cId="2328824462" sldId="7934"/>
            <ac:spMk id="52" creationId="{6DB92782-7513-3E66-6F41-4F99F2E900BA}"/>
          </ac:spMkLst>
        </pc:spChg>
        <pc:spChg chg="del mod">
          <ac:chgData name="Paul Daniel Dass Dhanapal" userId="a3b2459a-4399-4c16-b045-c17fbe6bd25c" providerId="ADAL" clId="{98FC4701-10BB-470D-BC1A-FAA02BA1865F}" dt="2026-05-07T16:15:49.858" v="1387" actId="478"/>
          <ac:spMkLst>
            <pc:docMk/>
            <pc:sldMk cId="2328824462" sldId="7934"/>
            <ac:spMk id="53" creationId="{1EB5F973-499C-BCBA-2E98-C49F8CAF91F3}"/>
          </ac:spMkLst>
        </pc:spChg>
        <pc:spChg chg="mod">
          <ac:chgData name="Paul Daniel Dass Dhanapal" userId="a3b2459a-4399-4c16-b045-c17fbe6bd25c" providerId="ADAL" clId="{98FC4701-10BB-470D-BC1A-FAA02BA1865F}" dt="2026-05-07T16:16:20.303" v="1394" actId="14100"/>
          <ac:spMkLst>
            <pc:docMk/>
            <pc:sldMk cId="2328824462" sldId="7934"/>
            <ac:spMk id="54" creationId="{222FD300-6588-276D-0B6D-DF6AB822B0A3}"/>
          </ac:spMkLst>
        </pc:spChg>
        <pc:spChg chg="mod">
          <ac:chgData name="Paul Daniel Dass Dhanapal" userId="a3b2459a-4399-4c16-b045-c17fbe6bd25c" providerId="ADAL" clId="{98FC4701-10BB-470D-BC1A-FAA02BA1865F}" dt="2026-05-07T16:17:05.026" v="1419" actId="1076"/>
          <ac:spMkLst>
            <pc:docMk/>
            <pc:sldMk cId="2328824462" sldId="7934"/>
            <ac:spMk id="55" creationId="{1CA689E2-D1F1-4E69-DD73-364209CCFFA1}"/>
          </ac:spMkLst>
        </pc:spChg>
        <pc:spChg chg="mod">
          <ac:chgData name="Paul Daniel Dass Dhanapal" userId="a3b2459a-4399-4c16-b045-c17fbe6bd25c" providerId="ADAL" clId="{98FC4701-10BB-470D-BC1A-FAA02BA1865F}" dt="2026-05-07T16:17:20.356" v="1420" actId="1076"/>
          <ac:spMkLst>
            <pc:docMk/>
            <pc:sldMk cId="2328824462" sldId="7934"/>
            <ac:spMk id="56" creationId="{3B24217B-2249-393A-664A-C5C28E5BC4C6}"/>
          </ac:spMkLst>
        </pc:spChg>
        <pc:spChg chg="mod">
          <ac:chgData name="Paul Daniel Dass Dhanapal" userId="a3b2459a-4399-4c16-b045-c17fbe6bd25c" providerId="ADAL" clId="{98FC4701-10BB-470D-BC1A-FAA02BA1865F}" dt="2026-05-07T16:08:01.267" v="1301" actId="1076"/>
          <ac:spMkLst>
            <pc:docMk/>
            <pc:sldMk cId="2328824462" sldId="7934"/>
            <ac:spMk id="57" creationId="{A713915E-A868-62D8-FFF7-E6EAB141F776}"/>
          </ac:spMkLst>
        </pc:spChg>
        <pc:spChg chg="del mod">
          <ac:chgData name="Paul Daniel Dass Dhanapal" userId="a3b2459a-4399-4c16-b045-c17fbe6bd25c" providerId="ADAL" clId="{98FC4701-10BB-470D-BC1A-FAA02BA1865F}" dt="2026-05-07T16:11:28.893" v="1326" actId="478"/>
          <ac:spMkLst>
            <pc:docMk/>
            <pc:sldMk cId="2328824462" sldId="7934"/>
            <ac:spMk id="58" creationId="{E362076C-6104-9AE5-1604-742E801FC3FD}"/>
          </ac:spMkLst>
        </pc:spChg>
        <pc:spChg chg="mod">
          <ac:chgData name="Paul Daniel Dass Dhanapal" userId="a3b2459a-4399-4c16-b045-c17fbe6bd25c" providerId="ADAL" clId="{98FC4701-10BB-470D-BC1A-FAA02BA1865F}" dt="2026-05-07T16:08:01.267" v="1301" actId="1076"/>
          <ac:spMkLst>
            <pc:docMk/>
            <pc:sldMk cId="2328824462" sldId="7934"/>
            <ac:spMk id="59" creationId="{B6276AA4-8EE3-D489-B591-2F76A4A830C9}"/>
          </ac:spMkLst>
        </pc:spChg>
        <pc:spChg chg="del mod">
          <ac:chgData name="Paul Daniel Dass Dhanapal" userId="a3b2459a-4399-4c16-b045-c17fbe6bd25c" providerId="ADAL" clId="{98FC4701-10BB-470D-BC1A-FAA02BA1865F}" dt="2026-05-07T16:15:52.870" v="1388" actId="478"/>
          <ac:spMkLst>
            <pc:docMk/>
            <pc:sldMk cId="2328824462" sldId="7934"/>
            <ac:spMk id="60" creationId="{5FD1A77B-C608-E753-7938-87C4C947996F}"/>
          </ac:spMkLst>
        </pc:spChg>
        <pc:spChg chg="add mod">
          <ac:chgData name="Paul Daniel Dass Dhanapal" userId="a3b2459a-4399-4c16-b045-c17fbe6bd25c" providerId="ADAL" clId="{98FC4701-10BB-470D-BC1A-FAA02BA1865F}" dt="2026-05-07T16:19:23.042" v="1456" actId="14100"/>
          <ac:spMkLst>
            <pc:docMk/>
            <pc:sldMk cId="2328824462" sldId="7934"/>
            <ac:spMk id="61" creationId="{33ED0BEF-D308-7AC6-DAE8-C60CF2591FA2}"/>
          </ac:spMkLst>
        </pc:spChg>
        <pc:spChg chg="add mod">
          <ac:chgData name="Paul Daniel Dass Dhanapal" userId="a3b2459a-4399-4c16-b045-c17fbe6bd25c" providerId="ADAL" clId="{98FC4701-10BB-470D-BC1A-FAA02BA1865F}" dt="2026-05-07T16:19:39.350" v="1462" actId="14100"/>
          <ac:spMkLst>
            <pc:docMk/>
            <pc:sldMk cId="2328824462" sldId="7934"/>
            <ac:spMk id="62" creationId="{66295BAA-B382-3969-E43D-15BBC558340B}"/>
          </ac:spMkLst>
        </pc:spChg>
        <pc:spChg chg="add mod">
          <ac:chgData name="Paul Daniel Dass Dhanapal" userId="a3b2459a-4399-4c16-b045-c17fbe6bd25c" providerId="ADAL" clId="{98FC4701-10BB-470D-BC1A-FAA02BA1865F}" dt="2026-05-08T11:14:42.204" v="3390" actId="14100"/>
          <ac:spMkLst>
            <pc:docMk/>
            <pc:sldMk cId="2328824462" sldId="7934"/>
            <ac:spMk id="63" creationId="{AA2BAB7B-9DE7-F0AB-F1B8-076F8D4C6CE8}"/>
          </ac:spMkLst>
        </pc:spChg>
        <pc:spChg chg="add mod">
          <ac:chgData name="Paul Daniel Dass Dhanapal" userId="a3b2459a-4399-4c16-b045-c17fbe6bd25c" providerId="ADAL" clId="{98FC4701-10BB-470D-BC1A-FAA02BA1865F}" dt="2026-05-07T16:19:56.799" v="1469" actId="1076"/>
          <ac:spMkLst>
            <pc:docMk/>
            <pc:sldMk cId="2328824462" sldId="7934"/>
            <ac:spMk id="64" creationId="{A2DBF21F-7081-7EB8-613E-3AC35E1C8473}"/>
          </ac:spMkLst>
        </pc:spChg>
        <pc:spChg chg="add mod">
          <ac:chgData name="Paul Daniel Dass Dhanapal" userId="a3b2459a-4399-4c16-b045-c17fbe6bd25c" providerId="ADAL" clId="{98FC4701-10BB-470D-BC1A-FAA02BA1865F}" dt="2026-05-07T16:19:54.598" v="1468" actId="1076"/>
          <ac:spMkLst>
            <pc:docMk/>
            <pc:sldMk cId="2328824462" sldId="7934"/>
            <ac:spMk id="65" creationId="{33B680D3-2010-51EA-3CE2-AC2F2830B599}"/>
          </ac:spMkLst>
        </pc:spChg>
        <pc:spChg chg="add mod">
          <ac:chgData name="Paul Daniel Dass Dhanapal" userId="a3b2459a-4399-4c16-b045-c17fbe6bd25c" providerId="ADAL" clId="{98FC4701-10BB-470D-BC1A-FAA02BA1865F}" dt="2026-05-07T16:19:47.038" v="1465" actId="1076"/>
          <ac:spMkLst>
            <pc:docMk/>
            <pc:sldMk cId="2328824462" sldId="7934"/>
            <ac:spMk id="66" creationId="{25A89B65-5A8B-6D99-0854-BCC3017E1263}"/>
          </ac:spMkLst>
        </pc:spChg>
        <pc:spChg chg="add mod">
          <ac:chgData name="Paul Daniel Dass Dhanapal" userId="a3b2459a-4399-4c16-b045-c17fbe6bd25c" providerId="ADAL" clId="{98FC4701-10BB-470D-BC1A-FAA02BA1865F}" dt="2026-05-07T16:19:49.478" v="1466" actId="1076"/>
          <ac:spMkLst>
            <pc:docMk/>
            <pc:sldMk cId="2328824462" sldId="7934"/>
            <ac:spMk id="67" creationId="{9A14C4D6-7145-F6CD-413F-CFD30E256521}"/>
          </ac:spMkLst>
        </pc:spChg>
        <pc:picChg chg="add mod">
          <ac:chgData name="Paul Daniel Dass Dhanapal" userId="a3b2459a-4399-4c16-b045-c17fbe6bd25c" providerId="ADAL" clId="{98FC4701-10BB-470D-BC1A-FAA02BA1865F}" dt="2026-05-07T16:19:26.541" v="1458" actId="1076"/>
          <ac:picMkLst>
            <pc:docMk/>
            <pc:sldMk cId="2328824462" sldId="7934"/>
            <ac:picMk id="2" creationId="{65F3F186-C278-5244-E398-EA557310B21D}"/>
          </ac:picMkLst>
        </pc:picChg>
        <pc:picChg chg="add mod">
          <ac:chgData name="Paul Daniel Dass Dhanapal" userId="a3b2459a-4399-4c16-b045-c17fbe6bd25c" providerId="ADAL" clId="{98FC4701-10BB-470D-BC1A-FAA02BA1865F}" dt="2026-05-06T11:24:24.331" v="2" actId="14100"/>
          <ac:picMkLst>
            <pc:docMk/>
            <pc:sldMk cId="2328824462" sldId="7934"/>
            <ac:picMk id="9" creationId="{C6DC9F52-8780-4565-2DFA-3AA958870D49}"/>
          </ac:picMkLst>
        </pc:picChg>
        <pc:picChg chg="add mod">
          <ac:chgData name="Paul Daniel Dass Dhanapal" userId="a3b2459a-4399-4c16-b045-c17fbe6bd25c" providerId="ADAL" clId="{98FC4701-10BB-470D-BC1A-FAA02BA1865F}" dt="2026-05-07T16:17:44.854" v="1427" actId="1076"/>
          <ac:picMkLst>
            <pc:docMk/>
            <pc:sldMk cId="2328824462" sldId="7934"/>
            <ac:picMk id="11" creationId="{4F465364-B949-3B22-0D64-D09C9C9EFAAC}"/>
          </ac:picMkLst>
        </pc:picChg>
        <pc:picChg chg="add del mod">
          <ac:chgData name="Paul Daniel Dass Dhanapal" userId="a3b2459a-4399-4c16-b045-c17fbe6bd25c" providerId="ADAL" clId="{98FC4701-10BB-470D-BC1A-FAA02BA1865F}" dt="2026-05-07T16:05:44.132" v="1299" actId="478"/>
          <ac:picMkLst>
            <pc:docMk/>
            <pc:sldMk cId="2328824462" sldId="7934"/>
            <ac:picMk id="17" creationId="{9F42D776-F974-3375-594A-6EB31AD42E30}"/>
          </ac:picMkLst>
        </pc:picChg>
        <pc:picChg chg="add del mod">
          <ac:chgData name="Paul Daniel Dass Dhanapal" userId="a3b2459a-4399-4c16-b045-c17fbe6bd25c" providerId="ADAL" clId="{98FC4701-10BB-470D-BC1A-FAA02BA1865F}" dt="2026-05-07T16:04:13.230" v="1292" actId="478"/>
          <ac:picMkLst>
            <pc:docMk/>
            <pc:sldMk cId="2328824462" sldId="7934"/>
            <ac:picMk id="19" creationId="{D18A6D88-F48F-F6C5-66ED-4E6AC89FC8C8}"/>
          </ac:picMkLst>
        </pc:picChg>
        <pc:picChg chg="add del mod">
          <ac:chgData name="Paul Daniel Dass Dhanapal" userId="a3b2459a-4399-4c16-b045-c17fbe6bd25c" providerId="ADAL" clId="{98FC4701-10BB-470D-BC1A-FAA02BA1865F}" dt="2026-05-07T16:04:13.230" v="1292" actId="478"/>
          <ac:picMkLst>
            <pc:docMk/>
            <pc:sldMk cId="2328824462" sldId="7934"/>
            <ac:picMk id="20" creationId="{F33CEC3A-1A90-446E-563B-9E120B14228F}"/>
          </ac:picMkLst>
        </pc:picChg>
        <pc:picChg chg="add mod">
          <ac:chgData name="Paul Daniel Dass Dhanapal" userId="a3b2459a-4399-4c16-b045-c17fbe6bd25c" providerId="ADAL" clId="{98FC4701-10BB-470D-BC1A-FAA02BA1865F}" dt="2026-05-07T16:14:43.143" v="1372" actId="14100"/>
          <ac:picMkLst>
            <pc:docMk/>
            <pc:sldMk cId="2328824462" sldId="7934"/>
            <ac:picMk id="34" creationId="{6AE63F4F-20D0-E387-8F59-5A13587A3A56}"/>
          </ac:picMkLst>
        </pc:picChg>
        <pc:cxnChg chg="add del mod">
          <ac:chgData name="Paul Daniel Dass Dhanapal" userId="a3b2459a-4399-4c16-b045-c17fbe6bd25c" providerId="ADAL" clId="{98FC4701-10BB-470D-BC1A-FAA02BA1865F}" dt="2026-05-07T16:04:14.747" v="1293" actId="478"/>
          <ac:cxnSpMkLst>
            <pc:docMk/>
            <pc:sldMk cId="2328824462" sldId="7934"/>
            <ac:cxnSpMk id="24" creationId="{54D8DFA3-8733-7C5C-CF81-2F88EBD4BBC8}"/>
          </ac:cxnSpMkLst>
        </pc:cxnChg>
        <pc:cxnChg chg="add del mod">
          <ac:chgData name="Paul Daniel Dass Dhanapal" userId="a3b2459a-4399-4c16-b045-c17fbe6bd25c" providerId="ADAL" clId="{98FC4701-10BB-470D-BC1A-FAA02BA1865F}" dt="2026-05-07T16:04:01.992" v="1291" actId="478"/>
          <ac:cxnSpMkLst>
            <pc:docMk/>
            <pc:sldMk cId="2328824462" sldId="7934"/>
            <ac:cxnSpMk id="37" creationId="{3F1ABE21-1D0E-3192-C314-930B759F9FE0}"/>
          </ac:cxnSpMkLst>
        </pc:cxnChg>
      </pc:sldChg>
      <pc:sldChg chg="addSp delSp modSp new del mod">
        <pc:chgData name="Paul Daniel Dass Dhanapal" userId="a3b2459a-4399-4c16-b045-c17fbe6bd25c" providerId="ADAL" clId="{98FC4701-10BB-470D-BC1A-FAA02BA1865F}" dt="2026-05-08T05:57:28.351" v="3051" actId="47"/>
        <pc:sldMkLst>
          <pc:docMk/>
          <pc:sldMk cId="1710447487" sldId="7935"/>
        </pc:sldMkLst>
      </pc:sldChg>
      <pc:sldChg chg="addSp delSp modSp del mod ord">
        <pc:chgData name="Paul Daniel Dass Dhanapal" userId="a3b2459a-4399-4c16-b045-c17fbe6bd25c" providerId="ADAL" clId="{98FC4701-10BB-470D-BC1A-FAA02BA1865F}" dt="2026-05-07T16:40:31.343" v="1697" actId="47"/>
        <pc:sldMkLst>
          <pc:docMk/>
          <pc:sldMk cId="4162636148" sldId="7936"/>
        </pc:sldMkLst>
        <pc:graphicFrameChg chg="mod modGraphic">
          <ac:chgData name="Paul Daniel Dass Dhanapal" userId="a3b2459a-4399-4c16-b045-c17fbe6bd25c" providerId="ADAL" clId="{98FC4701-10BB-470D-BC1A-FAA02BA1865F}" dt="2026-05-07T07:30:58.623" v="1278"/>
          <ac:graphicFrameMkLst>
            <pc:docMk/>
            <pc:sldMk cId="4162636148" sldId="7936"/>
            <ac:graphicFrameMk id="28" creationId="{88A2AFE0-7721-7E48-67B8-504DFC03B136}"/>
          </ac:graphicFrameMkLst>
        </pc:graphicFrameChg>
      </pc:sldChg>
      <pc:sldChg chg="addSp modSp add del mod">
        <pc:chgData name="Paul Daniel Dass Dhanapal" userId="a3b2459a-4399-4c16-b045-c17fbe6bd25c" providerId="ADAL" clId="{98FC4701-10BB-470D-BC1A-FAA02BA1865F}" dt="2026-05-08T05:58:32.668" v="3065" actId="47"/>
        <pc:sldMkLst>
          <pc:docMk/>
          <pc:sldMk cId="378011482" sldId="7937"/>
        </pc:sldMkLst>
      </pc:sldChg>
      <pc:sldChg chg="addSp delSp modSp add del mod">
        <pc:chgData name="Paul Daniel Dass Dhanapal" userId="a3b2459a-4399-4c16-b045-c17fbe6bd25c" providerId="ADAL" clId="{98FC4701-10BB-470D-BC1A-FAA02BA1865F}" dt="2026-05-08T05:49:37.016" v="2947" actId="47"/>
        <pc:sldMkLst>
          <pc:docMk/>
          <pc:sldMk cId="589222730" sldId="7938"/>
        </pc:sldMkLst>
      </pc:sldChg>
      <pc:sldChg chg="addSp delSp modSp del mod">
        <pc:chgData name="Paul Daniel Dass Dhanapal" userId="a3b2459a-4399-4c16-b045-c17fbe6bd25c" providerId="ADAL" clId="{98FC4701-10BB-470D-BC1A-FAA02BA1865F}" dt="2026-05-08T05:50:34.260" v="2961" actId="47"/>
        <pc:sldMkLst>
          <pc:docMk/>
          <pc:sldMk cId="2644978277" sldId="7939"/>
        </pc:sldMkLst>
      </pc:sldChg>
      <pc:sldChg chg="modSp del mod">
        <pc:chgData name="Paul Daniel Dass Dhanapal" userId="a3b2459a-4399-4c16-b045-c17fbe6bd25c" providerId="ADAL" clId="{98FC4701-10BB-470D-BC1A-FAA02BA1865F}" dt="2026-05-08T05:54:09.967" v="3001" actId="47"/>
        <pc:sldMkLst>
          <pc:docMk/>
          <pc:sldMk cId="3961838888" sldId="7940"/>
        </pc:sldMkLst>
      </pc:sldChg>
      <pc:sldChg chg="modSp del mod">
        <pc:chgData name="Paul Daniel Dass Dhanapal" userId="a3b2459a-4399-4c16-b045-c17fbe6bd25c" providerId="ADAL" clId="{98FC4701-10BB-470D-BC1A-FAA02BA1865F}" dt="2026-05-08T06:03:59.176" v="3117" actId="47"/>
        <pc:sldMkLst>
          <pc:docMk/>
          <pc:sldMk cId="3508394747" sldId="7941"/>
        </pc:sldMkLst>
      </pc:sldChg>
      <pc:sldChg chg="modSp add del mod">
        <pc:chgData name="Paul Daniel Dass Dhanapal" userId="a3b2459a-4399-4c16-b045-c17fbe6bd25c" providerId="ADAL" clId="{98FC4701-10BB-470D-BC1A-FAA02BA1865F}" dt="2026-05-08T05:51:56.868" v="2974" actId="47"/>
        <pc:sldMkLst>
          <pc:docMk/>
          <pc:sldMk cId="1638592050" sldId="7942"/>
        </pc:sldMkLst>
        <pc:picChg chg="mod">
          <ac:chgData name="Paul Daniel Dass Dhanapal" userId="a3b2459a-4399-4c16-b045-c17fbe6bd25c" providerId="ADAL" clId="{98FC4701-10BB-470D-BC1A-FAA02BA1865F}" dt="2026-05-08T05:50:59.987" v="2966" actId="208"/>
          <ac:picMkLst>
            <pc:docMk/>
            <pc:sldMk cId="1638592050" sldId="7942"/>
            <ac:picMk id="10" creationId="{7D777458-EC53-781C-D5C3-2DB66D57B4EF}"/>
          </ac:picMkLst>
        </pc:picChg>
      </pc:sldChg>
      <pc:sldChg chg="addSp delSp modSp add del mod">
        <pc:chgData name="Paul Daniel Dass Dhanapal" userId="a3b2459a-4399-4c16-b045-c17fbe6bd25c" providerId="ADAL" clId="{98FC4701-10BB-470D-BC1A-FAA02BA1865F}" dt="2026-05-08T05:55:20.365" v="3013" actId="47"/>
        <pc:sldMkLst>
          <pc:docMk/>
          <pc:sldMk cId="324546718" sldId="7943"/>
        </pc:sldMkLst>
      </pc:sldChg>
      <pc:sldChg chg="modSp del mod">
        <pc:chgData name="Paul Daniel Dass Dhanapal" userId="a3b2459a-4399-4c16-b045-c17fbe6bd25c" providerId="ADAL" clId="{98FC4701-10BB-470D-BC1A-FAA02BA1865F}" dt="2026-05-08T05:56:41.638" v="3041" actId="47"/>
        <pc:sldMkLst>
          <pc:docMk/>
          <pc:sldMk cId="1600234677" sldId="7944"/>
        </pc:sldMkLst>
      </pc:sldChg>
      <pc:sldChg chg="addSp delSp modSp add del mod">
        <pc:chgData name="Paul Daniel Dass Dhanapal" userId="a3b2459a-4399-4c16-b045-c17fbe6bd25c" providerId="ADAL" clId="{98FC4701-10BB-470D-BC1A-FAA02BA1865F}" dt="2026-05-08T06:04:42.246" v="3128" actId="47"/>
        <pc:sldMkLst>
          <pc:docMk/>
          <pc:sldMk cId="3291471884" sldId="7945"/>
        </pc:sldMkLst>
      </pc:sldChg>
      <pc:sldChg chg="addSp modSp add mod">
        <pc:chgData name="Paul Daniel Dass Dhanapal" userId="a3b2459a-4399-4c16-b045-c17fbe6bd25c" providerId="ADAL" clId="{98FC4701-10BB-470D-BC1A-FAA02BA1865F}" dt="2026-05-08T11:11:12.451" v="3362"/>
        <pc:sldMkLst>
          <pc:docMk/>
          <pc:sldMk cId="2633829093" sldId="7946"/>
        </pc:sldMkLst>
        <pc:spChg chg="mod">
          <ac:chgData name="Paul Daniel Dass Dhanapal" userId="a3b2459a-4399-4c16-b045-c17fbe6bd25c" providerId="ADAL" clId="{98FC4701-10BB-470D-BC1A-FAA02BA1865F}" dt="2026-05-07T16:01:31.977" v="1279"/>
          <ac:spMkLst>
            <pc:docMk/>
            <pc:sldMk cId="2633829093" sldId="7946"/>
            <ac:spMk id="3" creationId="{1ED1DACC-8B47-18DB-73C7-62C26BE0BD9A}"/>
          </ac:spMkLst>
        </pc:spChg>
        <pc:spChg chg="add mod">
          <ac:chgData name="Paul Daniel Dass Dhanapal" userId="a3b2459a-4399-4c16-b045-c17fbe6bd25c" providerId="ADAL" clId="{98FC4701-10BB-470D-BC1A-FAA02BA1865F}" dt="2026-05-07T16:23:13.639" v="1487"/>
          <ac:spMkLst>
            <pc:docMk/>
            <pc:sldMk cId="2633829093" sldId="7946"/>
            <ac:spMk id="4" creationId="{E846330B-0D97-DE84-C745-1E3879402ED4}"/>
          </ac:spMkLst>
        </pc:spChg>
        <pc:graphicFrameChg chg="mod modGraphic">
          <ac:chgData name="Paul Daniel Dass Dhanapal" userId="a3b2459a-4399-4c16-b045-c17fbe6bd25c" providerId="ADAL" clId="{98FC4701-10BB-470D-BC1A-FAA02BA1865F}" dt="2026-05-08T11:10:56.336" v="3361" actId="20577"/>
          <ac:graphicFrameMkLst>
            <pc:docMk/>
            <pc:sldMk cId="2633829093" sldId="7946"/>
            <ac:graphicFrameMk id="9" creationId="{F53FE5C0-8408-65AC-A477-6F4894678E91}"/>
          </ac:graphicFrameMkLst>
        </pc:graphicFrameChg>
        <pc:graphicFrameChg chg="mod modGraphic">
          <ac:chgData name="Paul Daniel Dass Dhanapal" userId="a3b2459a-4399-4c16-b045-c17fbe6bd25c" providerId="ADAL" clId="{98FC4701-10BB-470D-BC1A-FAA02BA1865F}" dt="2026-05-08T11:11:12.451" v="3362"/>
          <ac:graphicFrameMkLst>
            <pc:docMk/>
            <pc:sldMk cId="2633829093" sldId="7946"/>
            <ac:graphicFrameMk id="10" creationId="{82C20CEE-6370-C7D7-48D2-8FE63F41B888}"/>
          </ac:graphicFrameMkLst>
        </pc:graphicFrameChg>
      </pc:sldChg>
      <pc:sldChg chg="addSp delSp modSp add mod">
        <pc:chgData name="Paul Daniel Dass Dhanapal" userId="a3b2459a-4399-4c16-b045-c17fbe6bd25c" providerId="ADAL" clId="{98FC4701-10BB-470D-BC1A-FAA02BA1865F}" dt="2026-05-08T11:11:58.160" v="3377"/>
        <pc:sldMkLst>
          <pc:docMk/>
          <pc:sldMk cId="1478744865" sldId="7947"/>
        </pc:sldMkLst>
        <pc:spChg chg="add mod">
          <ac:chgData name="Paul Daniel Dass Dhanapal" userId="a3b2459a-4399-4c16-b045-c17fbe6bd25c" providerId="ADAL" clId="{98FC4701-10BB-470D-BC1A-FAA02BA1865F}" dt="2026-05-07T16:23:15.497" v="1488"/>
          <ac:spMkLst>
            <pc:docMk/>
            <pc:sldMk cId="1478744865" sldId="7947"/>
            <ac:spMk id="2" creationId="{4FE42F3E-21B1-6E35-FA55-51445723B1B2}"/>
          </ac:spMkLst>
        </pc:spChg>
        <pc:spChg chg="add mod">
          <ac:chgData name="Paul Daniel Dass Dhanapal" userId="a3b2459a-4399-4c16-b045-c17fbe6bd25c" providerId="ADAL" clId="{98FC4701-10BB-470D-BC1A-FAA02BA1865F}" dt="2026-05-08T09:51:13.776" v="3347"/>
          <ac:spMkLst>
            <pc:docMk/>
            <pc:sldMk cId="1478744865" sldId="7947"/>
            <ac:spMk id="4" creationId="{9BF59BC8-E6F1-135F-21AF-D434DE43A37D}"/>
          </ac:spMkLst>
        </pc:spChg>
        <pc:spChg chg="del">
          <ac:chgData name="Paul Daniel Dass Dhanapal" userId="a3b2459a-4399-4c16-b045-c17fbe6bd25c" providerId="ADAL" clId="{98FC4701-10BB-470D-BC1A-FAA02BA1865F}" dt="2026-05-08T09:51:05.259" v="3344" actId="478"/>
          <ac:spMkLst>
            <pc:docMk/>
            <pc:sldMk cId="1478744865" sldId="7947"/>
            <ac:spMk id="5" creationId="{69216F2A-1849-8D26-5CEE-1AA1880FCCC1}"/>
          </ac:spMkLst>
        </pc:spChg>
        <pc:spChg chg="mod">
          <ac:chgData name="Paul Daniel Dass Dhanapal" userId="a3b2459a-4399-4c16-b045-c17fbe6bd25c" providerId="ADAL" clId="{98FC4701-10BB-470D-BC1A-FAA02BA1865F}" dt="2026-05-07T16:01:31.977" v="1279"/>
          <ac:spMkLst>
            <pc:docMk/>
            <pc:sldMk cId="1478744865" sldId="7947"/>
            <ac:spMk id="6" creationId="{A2AE971E-D663-5CB2-9D3C-E80D1606638D}"/>
          </ac:spMkLst>
        </pc:spChg>
        <pc:graphicFrameChg chg="mod modGraphic">
          <ac:chgData name="Paul Daniel Dass Dhanapal" userId="a3b2459a-4399-4c16-b045-c17fbe6bd25c" providerId="ADAL" clId="{98FC4701-10BB-470D-BC1A-FAA02BA1865F}" dt="2026-05-08T11:11:58.160" v="3377"/>
          <ac:graphicFrameMkLst>
            <pc:docMk/>
            <pc:sldMk cId="1478744865" sldId="7947"/>
            <ac:graphicFrameMk id="25" creationId="{4F092AA3-8B32-F49C-A850-FD477A293948}"/>
          </ac:graphicFrameMkLst>
        </pc:graphicFrameChg>
      </pc:sldChg>
      <pc:sldChg chg="add del">
        <pc:chgData name="Paul Daniel Dass Dhanapal" userId="a3b2459a-4399-4c16-b045-c17fbe6bd25c" providerId="ADAL" clId="{98FC4701-10BB-470D-BC1A-FAA02BA1865F}" dt="2026-05-07T17:04:14.356" v="1988" actId="47"/>
        <pc:sldMkLst>
          <pc:docMk/>
          <pc:sldMk cId="3148739334" sldId="7948"/>
        </pc:sldMkLst>
      </pc:sldChg>
      <pc:sldChg chg="add del">
        <pc:chgData name="Paul Daniel Dass Dhanapal" userId="a3b2459a-4399-4c16-b045-c17fbe6bd25c" providerId="ADAL" clId="{98FC4701-10BB-470D-BC1A-FAA02BA1865F}" dt="2026-05-07T17:04:31.229" v="1989" actId="47"/>
        <pc:sldMkLst>
          <pc:docMk/>
          <pc:sldMk cId="2118304938" sldId="7949"/>
        </pc:sldMkLst>
      </pc:sldChg>
      <pc:sldChg chg="addSp delSp modSp add mod">
        <pc:chgData name="Paul Daniel Dass Dhanapal" userId="a3b2459a-4399-4c16-b045-c17fbe6bd25c" providerId="ADAL" clId="{98FC4701-10BB-470D-BC1A-FAA02BA1865F}" dt="2026-05-08T11:24:41.023" v="3443" actId="478"/>
        <pc:sldMkLst>
          <pc:docMk/>
          <pc:sldMk cId="1316791808" sldId="7950"/>
        </pc:sldMkLst>
        <pc:spChg chg="add mod">
          <ac:chgData name="Paul Daniel Dass Dhanapal" userId="a3b2459a-4399-4c16-b045-c17fbe6bd25c" providerId="ADAL" clId="{98FC4701-10BB-470D-BC1A-FAA02BA1865F}" dt="2026-05-08T11:18:30.888" v="3404"/>
          <ac:spMkLst>
            <pc:docMk/>
            <pc:sldMk cId="1316791808" sldId="7950"/>
            <ac:spMk id="2" creationId="{52DFBBFD-2FDF-FCB7-96B6-A1A21DF2F0D7}"/>
          </ac:spMkLst>
        </pc:spChg>
        <pc:spChg chg="add del mod">
          <ac:chgData name="Paul Daniel Dass Dhanapal" userId="a3b2459a-4399-4c16-b045-c17fbe6bd25c" providerId="ADAL" clId="{98FC4701-10BB-470D-BC1A-FAA02BA1865F}" dt="2026-05-08T11:24:41.023" v="3443" actId="478"/>
          <ac:spMkLst>
            <pc:docMk/>
            <pc:sldMk cId="1316791808" sldId="7950"/>
            <ac:spMk id="3" creationId="{8A8C63A5-79C3-1080-11F4-4883DC4ED545}"/>
          </ac:spMkLst>
        </pc:spChg>
        <pc:spChg chg="del">
          <ac:chgData name="Paul Daniel Dass Dhanapal" userId="a3b2459a-4399-4c16-b045-c17fbe6bd25c" providerId="ADAL" clId="{98FC4701-10BB-470D-BC1A-FAA02BA1865F}" dt="2026-05-07T16:22:53.412" v="1485" actId="478"/>
          <ac:spMkLst>
            <pc:docMk/>
            <pc:sldMk cId="1316791808" sldId="7950"/>
            <ac:spMk id="3" creationId="{CDAB0D33-8C1D-11DC-8424-3DFD2EDCDC60}"/>
          </ac:spMkLst>
        </pc:spChg>
        <pc:spChg chg="add mod">
          <ac:chgData name="Paul Daniel Dass Dhanapal" userId="a3b2459a-4399-4c16-b045-c17fbe6bd25c" providerId="ADAL" clId="{98FC4701-10BB-470D-BC1A-FAA02BA1865F}" dt="2026-05-08T05:38:27.812" v="2661" actId="1076"/>
          <ac:spMkLst>
            <pc:docMk/>
            <pc:sldMk cId="1316791808" sldId="7950"/>
            <ac:spMk id="11" creationId="{72C03920-6D35-C983-EB02-8D375B7BABD3}"/>
          </ac:spMkLst>
        </pc:spChg>
        <pc:spChg chg="add del mod">
          <ac:chgData name="Paul Daniel Dass Dhanapal" userId="a3b2459a-4399-4c16-b045-c17fbe6bd25c" providerId="ADAL" clId="{98FC4701-10BB-470D-BC1A-FAA02BA1865F}" dt="2026-05-07T16:35:49.888" v="1656" actId="478"/>
          <ac:spMkLst>
            <pc:docMk/>
            <pc:sldMk cId="1316791808" sldId="7950"/>
            <ac:spMk id="13" creationId="{9DE01064-E471-98C0-C29D-529A49F7FB18}"/>
          </ac:spMkLst>
        </pc:spChg>
        <pc:spChg chg="add del mod">
          <ac:chgData name="Paul Daniel Dass Dhanapal" userId="a3b2459a-4399-4c16-b045-c17fbe6bd25c" providerId="ADAL" clId="{98FC4701-10BB-470D-BC1A-FAA02BA1865F}" dt="2026-05-08T11:18:14.399" v="3403" actId="478"/>
          <ac:spMkLst>
            <pc:docMk/>
            <pc:sldMk cId="1316791808" sldId="7950"/>
            <ac:spMk id="14" creationId="{4876D0B3-02F3-A761-C81E-7A46EC61B148}"/>
          </ac:spMkLst>
        </pc:spChg>
        <pc:spChg chg="mod">
          <ac:chgData name="Paul Daniel Dass Dhanapal" userId="a3b2459a-4399-4c16-b045-c17fbe6bd25c" providerId="ADAL" clId="{98FC4701-10BB-470D-BC1A-FAA02BA1865F}" dt="2026-05-08T11:18:57.413" v="3409" actId="1035"/>
          <ac:spMkLst>
            <pc:docMk/>
            <pc:sldMk cId="1316791808" sldId="7950"/>
            <ac:spMk id="19" creationId="{0E14B836-CC40-1416-DE97-40F00DB62AD2}"/>
          </ac:spMkLst>
        </pc:spChg>
        <pc:spChg chg="add mod">
          <ac:chgData name="Paul Daniel Dass Dhanapal" userId="a3b2459a-4399-4c16-b045-c17fbe6bd25c" providerId="ADAL" clId="{98FC4701-10BB-470D-BC1A-FAA02BA1865F}" dt="2026-05-07T16:36:00.832" v="1661" actId="1076"/>
          <ac:spMkLst>
            <pc:docMk/>
            <pc:sldMk cId="1316791808" sldId="7950"/>
            <ac:spMk id="20" creationId="{F599B5C4-8B6F-161E-8A31-CD98D53851D7}"/>
          </ac:spMkLst>
        </pc:spChg>
        <pc:spChg chg="del">
          <ac:chgData name="Paul Daniel Dass Dhanapal" userId="a3b2459a-4399-4c16-b045-c17fbe6bd25c" providerId="ADAL" clId="{98FC4701-10BB-470D-BC1A-FAA02BA1865F}" dt="2026-05-07T16:22:59.271" v="1486" actId="478"/>
          <ac:spMkLst>
            <pc:docMk/>
            <pc:sldMk cId="1316791808" sldId="7950"/>
            <ac:spMk id="27" creationId="{432C2160-C7B9-102B-2876-AB9A3D5CA0DF}"/>
          </ac:spMkLst>
        </pc:spChg>
        <pc:spChg chg="del">
          <ac:chgData name="Paul Daniel Dass Dhanapal" userId="a3b2459a-4399-4c16-b045-c17fbe6bd25c" providerId="ADAL" clId="{98FC4701-10BB-470D-BC1A-FAA02BA1865F}" dt="2026-05-07T16:22:53.412" v="1485" actId="478"/>
          <ac:spMkLst>
            <pc:docMk/>
            <pc:sldMk cId="1316791808" sldId="7950"/>
            <ac:spMk id="29" creationId="{F1FD3286-75B1-0016-1DE8-AA7C96023863}"/>
          </ac:spMkLst>
        </pc:spChg>
        <pc:spChg chg="del">
          <ac:chgData name="Paul Daniel Dass Dhanapal" userId="a3b2459a-4399-4c16-b045-c17fbe6bd25c" providerId="ADAL" clId="{98FC4701-10BB-470D-BC1A-FAA02BA1865F}" dt="2026-05-07T17:49:28.120" v="2503" actId="478"/>
          <ac:spMkLst>
            <pc:docMk/>
            <pc:sldMk cId="1316791808" sldId="7950"/>
            <ac:spMk id="37" creationId="{E650FEE6-C011-F92C-FB2F-90C19AB6C181}"/>
          </ac:spMkLst>
        </pc:spChg>
        <pc:grpChg chg="del">
          <ac:chgData name="Paul Daniel Dass Dhanapal" userId="a3b2459a-4399-4c16-b045-c17fbe6bd25c" providerId="ADAL" clId="{98FC4701-10BB-470D-BC1A-FAA02BA1865F}" dt="2026-05-07T16:22:53.412" v="1485" actId="478"/>
          <ac:grpSpMkLst>
            <pc:docMk/>
            <pc:sldMk cId="1316791808" sldId="7950"/>
            <ac:grpSpMk id="2" creationId="{39C5C6E8-7946-8F21-5451-4FBF9C05FAC1}"/>
          </ac:grpSpMkLst>
        </pc:grpChg>
        <pc:grpChg chg="add mod">
          <ac:chgData name="Paul Daniel Dass Dhanapal" userId="a3b2459a-4399-4c16-b045-c17fbe6bd25c" providerId="ADAL" clId="{98FC4701-10BB-470D-BC1A-FAA02BA1865F}" dt="2026-05-07T16:35:10.527" v="1637" actId="14100"/>
          <ac:grpSpMkLst>
            <pc:docMk/>
            <pc:sldMk cId="1316791808" sldId="7950"/>
            <ac:grpSpMk id="17" creationId="{5C90B22C-4791-8AC8-89BE-10DF67FA2FA6}"/>
          </ac:grpSpMkLst>
        </pc:grpChg>
        <pc:graphicFrameChg chg="add mod modGraphic">
          <ac:chgData name="Paul Daniel Dass Dhanapal" userId="a3b2459a-4399-4c16-b045-c17fbe6bd25c" providerId="ADAL" clId="{98FC4701-10BB-470D-BC1A-FAA02BA1865F}" dt="2026-05-08T11:24:38.082" v="3442" actId="20577"/>
          <ac:graphicFrameMkLst>
            <pc:docMk/>
            <pc:sldMk cId="1316791808" sldId="7950"/>
            <ac:graphicFrameMk id="8" creationId="{E1C04CDD-CA70-BA4A-D422-03AAF224BE91}"/>
          </ac:graphicFrameMkLst>
        </pc:graphicFrameChg>
        <pc:graphicFrameChg chg="del modGraphic">
          <ac:chgData name="Paul Daniel Dass Dhanapal" userId="a3b2459a-4399-4c16-b045-c17fbe6bd25c" providerId="ADAL" clId="{98FC4701-10BB-470D-BC1A-FAA02BA1865F}" dt="2026-05-07T16:22:48.627" v="1484" actId="478"/>
          <ac:graphicFrameMkLst>
            <pc:docMk/>
            <pc:sldMk cId="1316791808" sldId="7950"/>
            <ac:graphicFrameMk id="28" creationId="{D7614209-728D-BB2D-8A13-AC26601B3F12}"/>
          </ac:graphicFrameMkLst>
        </pc:graphicFrameChg>
        <pc:picChg chg="del">
          <ac:chgData name="Paul Daniel Dass Dhanapal" userId="a3b2459a-4399-4c16-b045-c17fbe6bd25c" providerId="ADAL" clId="{98FC4701-10BB-470D-BC1A-FAA02BA1865F}" dt="2026-05-07T16:22:53.412" v="1485" actId="478"/>
          <ac:picMkLst>
            <pc:docMk/>
            <pc:sldMk cId="1316791808" sldId="7950"/>
            <ac:picMk id="5" creationId="{7E83663C-4E31-9397-E3D6-3C79A1C094C9}"/>
          </ac:picMkLst>
        </pc:picChg>
        <pc:picChg chg="add del mod">
          <ac:chgData name="Paul Daniel Dass Dhanapal" userId="a3b2459a-4399-4c16-b045-c17fbe6bd25c" providerId="ADAL" clId="{98FC4701-10BB-470D-BC1A-FAA02BA1865F}" dt="2026-05-07T16:22:53.412" v="1485" actId="478"/>
          <ac:picMkLst>
            <pc:docMk/>
            <pc:sldMk cId="1316791808" sldId="7950"/>
            <ac:picMk id="6" creationId="{6D6B9E8F-C604-F316-18B4-EF92F43DD38F}"/>
          </ac:picMkLst>
        </pc:picChg>
        <pc:picChg chg="add mod">
          <ac:chgData name="Paul Daniel Dass Dhanapal" userId="a3b2459a-4399-4c16-b045-c17fbe6bd25c" providerId="ADAL" clId="{98FC4701-10BB-470D-BC1A-FAA02BA1865F}" dt="2026-05-08T05:38:10.110" v="2656" actId="1076"/>
          <ac:picMkLst>
            <pc:docMk/>
            <pc:sldMk cId="1316791808" sldId="7950"/>
            <ac:picMk id="9" creationId="{1B7CC9AF-B318-DF0C-55E4-90047FB3CFCD}"/>
          </ac:picMkLst>
        </pc:picChg>
        <pc:picChg chg="add mod">
          <ac:chgData name="Paul Daniel Dass Dhanapal" userId="a3b2459a-4399-4c16-b045-c17fbe6bd25c" providerId="ADAL" clId="{98FC4701-10BB-470D-BC1A-FAA02BA1865F}" dt="2026-05-08T05:38:19.331" v="2660" actId="1076"/>
          <ac:picMkLst>
            <pc:docMk/>
            <pc:sldMk cId="1316791808" sldId="7950"/>
            <ac:picMk id="10" creationId="{524EDD2E-A3B0-99B7-3A70-6FF7DB432897}"/>
          </ac:picMkLst>
        </pc:picChg>
        <pc:picChg chg="mod">
          <ac:chgData name="Paul Daniel Dass Dhanapal" userId="a3b2459a-4399-4c16-b045-c17fbe6bd25c" providerId="ADAL" clId="{98FC4701-10BB-470D-BC1A-FAA02BA1865F}" dt="2026-05-07T16:35:03.423" v="1635"/>
          <ac:picMkLst>
            <pc:docMk/>
            <pc:sldMk cId="1316791808" sldId="7950"/>
            <ac:picMk id="18" creationId="{400E943B-E30A-74A1-06C8-84C8B6A3B40B}"/>
          </ac:picMkLst>
        </pc:picChg>
        <pc:picChg chg="del">
          <ac:chgData name="Paul Daniel Dass Dhanapal" userId="a3b2459a-4399-4c16-b045-c17fbe6bd25c" providerId="ADAL" clId="{98FC4701-10BB-470D-BC1A-FAA02BA1865F}" dt="2026-05-07T16:22:53.412" v="1485" actId="478"/>
          <ac:picMkLst>
            <pc:docMk/>
            <pc:sldMk cId="1316791808" sldId="7950"/>
            <ac:picMk id="41" creationId="{B739970E-5615-8B26-0C3C-8F99AA9DCFE1}"/>
          </ac:picMkLst>
        </pc:picChg>
        <pc:cxnChg chg="del">
          <ac:chgData name="Paul Daniel Dass Dhanapal" userId="a3b2459a-4399-4c16-b045-c17fbe6bd25c" providerId="ADAL" clId="{98FC4701-10BB-470D-BC1A-FAA02BA1865F}" dt="2026-05-07T16:22:53.412" v="1485" actId="478"/>
          <ac:cxnSpMkLst>
            <pc:docMk/>
            <pc:sldMk cId="1316791808" sldId="7950"/>
            <ac:cxnSpMk id="7" creationId="{5B58B8D0-6AAD-8983-6160-35BDD029BF73}"/>
          </ac:cxnSpMkLst>
        </pc:cxnChg>
        <pc:cxnChg chg="add mod">
          <ac:chgData name="Paul Daniel Dass Dhanapal" userId="a3b2459a-4399-4c16-b045-c17fbe6bd25c" providerId="ADAL" clId="{98FC4701-10BB-470D-BC1A-FAA02BA1865F}" dt="2026-05-08T05:38:30.984" v="2662" actId="14100"/>
          <ac:cxnSpMkLst>
            <pc:docMk/>
            <pc:sldMk cId="1316791808" sldId="7950"/>
            <ac:cxnSpMk id="12" creationId="{CFE93F44-F179-2C41-E44E-9B906B865989}"/>
          </ac:cxnSpMkLst>
        </pc:cxnChg>
      </pc:sldChg>
      <pc:sldChg chg="addSp delSp modSp add mod">
        <pc:chgData name="Paul Daniel Dass Dhanapal" userId="a3b2459a-4399-4c16-b045-c17fbe6bd25c" providerId="ADAL" clId="{98FC4701-10BB-470D-BC1A-FAA02BA1865F}" dt="2026-05-08T11:17:19.614" v="3400"/>
        <pc:sldMkLst>
          <pc:docMk/>
          <pc:sldMk cId="66101907" sldId="7951"/>
        </pc:sldMkLst>
        <pc:spChg chg="mod">
          <ac:chgData name="Paul Daniel Dass Dhanapal" userId="a3b2459a-4399-4c16-b045-c17fbe6bd25c" providerId="ADAL" clId="{98FC4701-10BB-470D-BC1A-FAA02BA1865F}" dt="2026-05-08T11:17:19.614" v="3400"/>
          <ac:spMkLst>
            <pc:docMk/>
            <pc:sldMk cId="66101907" sldId="7951"/>
            <ac:spMk id="3" creationId="{A66D4FFA-27E4-DEF8-A105-E9422A1FBC9A}"/>
          </ac:spMkLst>
        </pc:spChg>
        <pc:spChg chg="add del mod">
          <ac:chgData name="Paul Daniel Dass Dhanapal" userId="a3b2459a-4399-4c16-b045-c17fbe6bd25c" providerId="ADAL" clId="{98FC4701-10BB-470D-BC1A-FAA02BA1865F}" dt="2026-05-07T17:13:59.542" v="2064" actId="1076"/>
          <ac:spMkLst>
            <pc:docMk/>
            <pc:sldMk cId="66101907" sldId="7951"/>
            <ac:spMk id="6" creationId="{992BB763-D1E9-84CB-8B06-0BF18E897C39}"/>
          </ac:spMkLst>
        </pc:spChg>
        <pc:spChg chg="del">
          <ac:chgData name="Paul Daniel Dass Dhanapal" userId="a3b2459a-4399-4c16-b045-c17fbe6bd25c" providerId="ADAL" clId="{98FC4701-10BB-470D-BC1A-FAA02BA1865F}" dt="2026-05-07T16:41:20.581" v="1713" actId="478"/>
          <ac:spMkLst>
            <pc:docMk/>
            <pc:sldMk cId="66101907" sldId="7951"/>
            <ac:spMk id="14" creationId="{19B65862-2452-9463-591C-F0BFD63B34FE}"/>
          </ac:spMkLst>
        </pc:spChg>
        <pc:spChg chg="add mod">
          <ac:chgData name="Paul Daniel Dass Dhanapal" userId="a3b2459a-4399-4c16-b045-c17fbe6bd25c" providerId="ADAL" clId="{98FC4701-10BB-470D-BC1A-FAA02BA1865F}" dt="2026-05-07T16:52:48.082" v="1852" actId="1076"/>
          <ac:spMkLst>
            <pc:docMk/>
            <pc:sldMk cId="66101907" sldId="7951"/>
            <ac:spMk id="17" creationId="{BF7D10D8-5F43-8057-0DBB-6EE66FE2E482}"/>
          </ac:spMkLst>
        </pc:spChg>
        <pc:spChg chg="add del mod">
          <ac:chgData name="Paul Daniel Dass Dhanapal" userId="a3b2459a-4399-4c16-b045-c17fbe6bd25c" providerId="ADAL" clId="{98FC4701-10BB-470D-BC1A-FAA02BA1865F}" dt="2026-05-07T16:52:43.237" v="1851" actId="478"/>
          <ac:spMkLst>
            <pc:docMk/>
            <pc:sldMk cId="66101907" sldId="7951"/>
            <ac:spMk id="18" creationId="{9EB35A34-D4F7-E659-D9D0-28FB94A69891}"/>
          </ac:spMkLst>
        </pc:spChg>
        <pc:spChg chg="add del mod">
          <ac:chgData name="Paul Daniel Dass Dhanapal" userId="a3b2459a-4399-4c16-b045-c17fbe6bd25c" providerId="ADAL" clId="{98FC4701-10BB-470D-BC1A-FAA02BA1865F}" dt="2026-05-07T16:52:50.777" v="1853" actId="478"/>
          <ac:spMkLst>
            <pc:docMk/>
            <pc:sldMk cId="66101907" sldId="7951"/>
            <ac:spMk id="22" creationId="{C5C7F8FB-AEC8-F980-7F13-23B41B45C0B6}"/>
          </ac:spMkLst>
        </pc:spChg>
        <pc:spChg chg="add mod">
          <ac:chgData name="Paul Daniel Dass Dhanapal" userId="a3b2459a-4399-4c16-b045-c17fbe6bd25c" providerId="ADAL" clId="{98FC4701-10BB-470D-BC1A-FAA02BA1865F}" dt="2026-05-08T11:15:03.033" v="3393" actId="14100"/>
          <ac:spMkLst>
            <pc:docMk/>
            <pc:sldMk cId="66101907" sldId="7951"/>
            <ac:spMk id="24" creationId="{C1E50ED8-D261-C2C9-EEFB-1A479F682097}"/>
          </ac:spMkLst>
        </pc:spChg>
        <pc:spChg chg="add mod">
          <ac:chgData name="Paul Daniel Dass Dhanapal" userId="a3b2459a-4399-4c16-b045-c17fbe6bd25c" providerId="ADAL" clId="{98FC4701-10BB-470D-BC1A-FAA02BA1865F}" dt="2026-05-07T16:53:24.797" v="1860" actId="14100"/>
          <ac:spMkLst>
            <pc:docMk/>
            <pc:sldMk cId="66101907" sldId="7951"/>
            <ac:spMk id="25" creationId="{3EFF2DD6-FA35-F231-9F02-17AD156DB5BB}"/>
          </ac:spMkLst>
        </pc:spChg>
        <pc:spChg chg="add mod">
          <ac:chgData name="Paul Daniel Dass Dhanapal" userId="a3b2459a-4399-4c16-b045-c17fbe6bd25c" providerId="ADAL" clId="{98FC4701-10BB-470D-BC1A-FAA02BA1865F}" dt="2026-05-07T16:53:36.960" v="1865" actId="14100"/>
          <ac:spMkLst>
            <pc:docMk/>
            <pc:sldMk cId="66101907" sldId="7951"/>
            <ac:spMk id="26" creationId="{F56CAA32-593C-2ED3-77E4-D51886FAE4F5}"/>
          </ac:spMkLst>
        </pc:spChg>
        <pc:spChg chg="add mod">
          <ac:chgData name="Paul Daniel Dass Dhanapal" userId="a3b2459a-4399-4c16-b045-c17fbe6bd25c" providerId="ADAL" clId="{98FC4701-10BB-470D-BC1A-FAA02BA1865F}" dt="2026-05-08T11:15:06.992" v="3394" actId="14100"/>
          <ac:spMkLst>
            <pc:docMk/>
            <pc:sldMk cId="66101907" sldId="7951"/>
            <ac:spMk id="27" creationId="{1EA6F47F-5262-5861-431E-D6E0DC977233}"/>
          </ac:spMkLst>
        </pc:spChg>
        <pc:spChg chg="add mod">
          <ac:chgData name="Paul Daniel Dass Dhanapal" userId="a3b2459a-4399-4c16-b045-c17fbe6bd25c" providerId="ADAL" clId="{98FC4701-10BB-470D-BC1A-FAA02BA1865F}" dt="2026-05-07T16:53:45.764" v="1868" actId="1076"/>
          <ac:spMkLst>
            <pc:docMk/>
            <pc:sldMk cId="66101907" sldId="7951"/>
            <ac:spMk id="28" creationId="{DA803605-69D9-E654-B706-48E10AE651E6}"/>
          </ac:spMkLst>
        </pc:spChg>
        <pc:spChg chg="add mod">
          <ac:chgData name="Paul Daniel Dass Dhanapal" userId="a3b2459a-4399-4c16-b045-c17fbe6bd25c" providerId="ADAL" clId="{98FC4701-10BB-470D-BC1A-FAA02BA1865F}" dt="2026-05-07T16:53:40.375" v="1866" actId="1076"/>
          <ac:spMkLst>
            <pc:docMk/>
            <pc:sldMk cId="66101907" sldId="7951"/>
            <ac:spMk id="29" creationId="{75971200-0777-D313-BDCF-2A1608276DE5}"/>
          </ac:spMkLst>
        </pc:spChg>
        <pc:spChg chg="add mod">
          <ac:chgData name="Paul Daniel Dass Dhanapal" userId="a3b2459a-4399-4c16-b045-c17fbe6bd25c" providerId="ADAL" clId="{98FC4701-10BB-470D-BC1A-FAA02BA1865F}" dt="2026-05-07T16:53:42.162" v="1867" actId="1076"/>
          <ac:spMkLst>
            <pc:docMk/>
            <pc:sldMk cId="66101907" sldId="7951"/>
            <ac:spMk id="30" creationId="{418EA72F-809B-8B0E-BFA4-F0CE2922E96A}"/>
          </ac:spMkLst>
        </pc:spChg>
        <pc:spChg chg="add mod">
          <ac:chgData name="Paul Daniel Dass Dhanapal" userId="a3b2459a-4399-4c16-b045-c17fbe6bd25c" providerId="ADAL" clId="{98FC4701-10BB-470D-BC1A-FAA02BA1865F}" dt="2026-05-07T16:53:50.406" v="1869" actId="1076"/>
          <ac:spMkLst>
            <pc:docMk/>
            <pc:sldMk cId="66101907" sldId="7951"/>
            <ac:spMk id="31" creationId="{E0F5DDFF-E656-403D-4964-CD294099A0E1}"/>
          </ac:spMkLst>
        </pc:spChg>
        <pc:spChg chg="add mod">
          <ac:chgData name="Paul Daniel Dass Dhanapal" userId="a3b2459a-4399-4c16-b045-c17fbe6bd25c" providerId="ADAL" clId="{98FC4701-10BB-470D-BC1A-FAA02BA1865F}" dt="2026-05-08T11:16:04.060" v="3399" actId="14100"/>
          <ac:spMkLst>
            <pc:docMk/>
            <pc:sldMk cId="66101907" sldId="7951"/>
            <ac:spMk id="32" creationId="{1818207F-D34A-05C0-BA4F-F9DED8EF767E}"/>
          </ac:spMkLst>
        </pc:spChg>
        <pc:spChg chg="add mod">
          <ac:chgData name="Paul Daniel Dass Dhanapal" userId="a3b2459a-4399-4c16-b045-c17fbe6bd25c" providerId="ADAL" clId="{98FC4701-10BB-470D-BC1A-FAA02BA1865F}" dt="2026-05-08T11:15:53.644" v="3398" actId="14100"/>
          <ac:spMkLst>
            <pc:docMk/>
            <pc:sldMk cId="66101907" sldId="7951"/>
            <ac:spMk id="33" creationId="{2E502CFC-9C32-8D15-632F-84E6C23665A2}"/>
          </ac:spMkLst>
        </pc:spChg>
        <pc:spChg chg="add mod">
          <ac:chgData name="Paul Daniel Dass Dhanapal" userId="a3b2459a-4399-4c16-b045-c17fbe6bd25c" providerId="ADAL" clId="{98FC4701-10BB-470D-BC1A-FAA02BA1865F}" dt="2026-05-07T16:54:28.817" v="1874" actId="14100"/>
          <ac:spMkLst>
            <pc:docMk/>
            <pc:sldMk cId="66101907" sldId="7951"/>
            <ac:spMk id="34" creationId="{25DE34F6-61EF-9A58-E6B4-68971F6747D2}"/>
          </ac:spMkLst>
        </pc:spChg>
        <pc:spChg chg="add mod">
          <ac:chgData name="Paul Daniel Dass Dhanapal" userId="a3b2459a-4399-4c16-b045-c17fbe6bd25c" providerId="ADAL" clId="{98FC4701-10BB-470D-BC1A-FAA02BA1865F}" dt="2026-05-07T16:54:33.931" v="1875" actId="571"/>
          <ac:spMkLst>
            <pc:docMk/>
            <pc:sldMk cId="66101907" sldId="7951"/>
            <ac:spMk id="35" creationId="{5C7D10D4-A689-ADDC-1B6E-612E43932674}"/>
          </ac:spMkLst>
        </pc:spChg>
        <pc:spChg chg="add mod">
          <ac:chgData name="Paul Daniel Dass Dhanapal" userId="a3b2459a-4399-4c16-b045-c17fbe6bd25c" providerId="ADAL" clId="{98FC4701-10BB-470D-BC1A-FAA02BA1865F}" dt="2026-05-07T16:54:37.326" v="1876" actId="571"/>
          <ac:spMkLst>
            <pc:docMk/>
            <pc:sldMk cId="66101907" sldId="7951"/>
            <ac:spMk id="36" creationId="{D0221CCD-9C89-6CFF-A428-DB7ACC364401}"/>
          </ac:spMkLst>
        </pc:spChg>
        <pc:spChg chg="add mod">
          <ac:chgData name="Paul Daniel Dass Dhanapal" userId="a3b2459a-4399-4c16-b045-c17fbe6bd25c" providerId="ADAL" clId="{98FC4701-10BB-470D-BC1A-FAA02BA1865F}" dt="2026-05-07T16:54:41.110" v="1877" actId="571"/>
          <ac:spMkLst>
            <pc:docMk/>
            <pc:sldMk cId="66101907" sldId="7951"/>
            <ac:spMk id="37" creationId="{2AC3C3F0-0ABC-6952-9D5B-7DC80AD8CE72}"/>
          </ac:spMkLst>
        </pc:spChg>
        <pc:spChg chg="del">
          <ac:chgData name="Paul Daniel Dass Dhanapal" userId="a3b2459a-4399-4c16-b045-c17fbe6bd25c" providerId="ADAL" clId="{98FC4701-10BB-470D-BC1A-FAA02BA1865F}" dt="2026-05-07T16:49:09.471" v="1802" actId="478"/>
          <ac:spMkLst>
            <pc:docMk/>
            <pc:sldMk cId="66101907" sldId="7951"/>
            <ac:spMk id="38" creationId="{BDAAE34D-95E2-5C2B-1BA3-557912462FE2}"/>
          </ac:spMkLst>
        </pc:spChg>
        <pc:spChg chg="del">
          <ac:chgData name="Paul Daniel Dass Dhanapal" userId="a3b2459a-4399-4c16-b045-c17fbe6bd25c" providerId="ADAL" clId="{98FC4701-10BB-470D-BC1A-FAA02BA1865F}" dt="2026-05-07T16:41:20.581" v="1713" actId="478"/>
          <ac:spMkLst>
            <pc:docMk/>
            <pc:sldMk cId="66101907" sldId="7951"/>
            <ac:spMk id="39" creationId="{723ADE79-86CD-A96F-0653-1DB51CF8D27E}"/>
          </ac:spMkLst>
        </pc:spChg>
        <pc:spChg chg="mod">
          <ac:chgData name="Paul Daniel Dass Dhanapal" userId="a3b2459a-4399-4c16-b045-c17fbe6bd25c" providerId="ADAL" clId="{98FC4701-10BB-470D-BC1A-FAA02BA1865F}" dt="2026-05-07T16:41:10.626" v="1712" actId="313"/>
          <ac:spMkLst>
            <pc:docMk/>
            <pc:sldMk cId="66101907" sldId="7951"/>
            <ac:spMk id="40" creationId="{F9201243-B74D-F72B-13AC-94138074CD43}"/>
          </ac:spMkLst>
        </pc:spChg>
        <pc:spChg chg="del">
          <ac:chgData name="Paul Daniel Dass Dhanapal" userId="a3b2459a-4399-4c16-b045-c17fbe6bd25c" providerId="ADAL" clId="{98FC4701-10BB-470D-BC1A-FAA02BA1865F}" dt="2026-05-07T16:41:20.581" v="1713" actId="478"/>
          <ac:spMkLst>
            <pc:docMk/>
            <pc:sldMk cId="66101907" sldId="7951"/>
            <ac:spMk id="41" creationId="{41FDB5A3-F712-C13D-8713-93CDAF6AF6F3}"/>
          </ac:spMkLst>
        </pc:spChg>
        <pc:spChg chg="add mod">
          <ac:chgData name="Paul Daniel Dass Dhanapal" userId="a3b2459a-4399-4c16-b045-c17fbe6bd25c" providerId="ADAL" clId="{98FC4701-10BB-470D-BC1A-FAA02BA1865F}" dt="2026-05-07T16:54:49.526" v="1878" actId="571"/>
          <ac:spMkLst>
            <pc:docMk/>
            <pc:sldMk cId="66101907" sldId="7951"/>
            <ac:spMk id="42" creationId="{F0D6D102-02FA-0945-7803-F0FF0016D6FD}"/>
          </ac:spMkLst>
        </pc:spChg>
        <pc:spChg chg="add mod">
          <ac:chgData name="Paul Daniel Dass Dhanapal" userId="a3b2459a-4399-4c16-b045-c17fbe6bd25c" providerId="ADAL" clId="{98FC4701-10BB-470D-BC1A-FAA02BA1865F}" dt="2026-05-07T16:54:57.634" v="1879" actId="571"/>
          <ac:spMkLst>
            <pc:docMk/>
            <pc:sldMk cId="66101907" sldId="7951"/>
            <ac:spMk id="43" creationId="{E0E295FB-3F39-DC17-BC33-C43A98931564}"/>
          </ac:spMkLst>
        </pc:spChg>
        <pc:spChg chg="add mod">
          <ac:chgData name="Paul Daniel Dass Dhanapal" userId="a3b2459a-4399-4c16-b045-c17fbe6bd25c" providerId="ADAL" clId="{98FC4701-10BB-470D-BC1A-FAA02BA1865F}" dt="2026-05-07T16:55:00.419" v="1880" actId="571"/>
          <ac:spMkLst>
            <pc:docMk/>
            <pc:sldMk cId="66101907" sldId="7951"/>
            <ac:spMk id="44" creationId="{83BD993F-3D99-3953-6341-ACB40E2029BE}"/>
          </ac:spMkLst>
        </pc:spChg>
        <pc:spChg chg="add mod">
          <ac:chgData name="Paul Daniel Dass Dhanapal" userId="a3b2459a-4399-4c16-b045-c17fbe6bd25c" providerId="ADAL" clId="{98FC4701-10BB-470D-BC1A-FAA02BA1865F}" dt="2026-05-07T16:55:04.709" v="1881" actId="571"/>
          <ac:spMkLst>
            <pc:docMk/>
            <pc:sldMk cId="66101907" sldId="7951"/>
            <ac:spMk id="45" creationId="{5D0B8107-E522-C25C-6010-E72BFE1F5A8E}"/>
          </ac:spMkLst>
        </pc:spChg>
        <pc:spChg chg="add mod">
          <ac:chgData name="Paul Daniel Dass Dhanapal" userId="a3b2459a-4399-4c16-b045-c17fbe6bd25c" providerId="ADAL" clId="{98FC4701-10BB-470D-BC1A-FAA02BA1865F}" dt="2026-05-08T06:21:49.096" v="3130" actId="571"/>
          <ac:spMkLst>
            <pc:docMk/>
            <pc:sldMk cId="66101907" sldId="7951"/>
            <ac:spMk id="46" creationId="{ACDC57C7-A761-C45C-B040-0773DA633C89}"/>
          </ac:spMkLst>
        </pc:spChg>
        <pc:spChg chg="add mod">
          <ac:chgData name="Paul Daniel Dass Dhanapal" userId="a3b2459a-4399-4c16-b045-c17fbe6bd25c" providerId="ADAL" clId="{98FC4701-10BB-470D-BC1A-FAA02BA1865F}" dt="2026-05-08T06:21:52.100" v="3131" actId="571"/>
          <ac:spMkLst>
            <pc:docMk/>
            <pc:sldMk cId="66101907" sldId="7951"/>
            <ac:spMk id="47" creationId="{BFA0EF6D-593A-E698-AF22-DA78C4A84DBE}"/>
          </ac:spMkLst>
        </pc:spChg>
        <pc:spChg chg="del">
          <ac:chgData name="Paul Daniel Dass Dhanapal" userId="a3b2459a-4399-4c16-b045-c17fbe6bd25c" providerId="ADAL" clId="{98FC4701-10BB-470D-BC1A-FAA02BA1865F}" dt="2026-05-07T16:41:20.581" v="1713" actId="478"/>
          <ac:spMkLst>
            <pc:docMk/>
            <pc:sldMk cId="66101907" sldId="7951"/>
            <ac:spMk id="48" creationId="{BF10C4D1-855C-66B1-B7D8-917BDD10FE76}"/>
          </ac:spMkLst>
        </pc:spChg>
        <pc:spChg chg="del">
          <ac:chgData name="Paul Daniel Dass Dhanapal" userId="a3b2459a-4399-4c16-b045-c17fbe6bd25c" providerId="ADAL" clId="{98FC4701-10BB-470D-BC1A-FAA02BA1865F}" dt="2026-05-07T16:41:20.581" v="1713" actId="478"/>
          <ac:spMkLst>
            <pc:docMk/>
            <pc:sldMk cId="66101907" sldId="7951"/>
            <ac:spMk id="49" creationId="{C5E46FAC-7289-2339-E584-D1731651EC3D}"/>
          </ac:spMkLst>
        </pc:spChg>
        <pc:spChg chg="del">
          <ac:chgData name="Paul Daniel Dass Dhanapal" userId="a3b2459a-4399-4c16-b045-c17fbe6bd25c" providerId="ADAL" clId="{98FC4701-10BB-470D-BC1A-FAA02BA1865F}" dt="2026-05-07T16:41:20.581" v="1713" actId="478"/>
          <ac:spMkLst>
            <pc:docMk/>
            <pc:sldMk cId="66101907" sldId="7951"/>
            <ac:spMk id="50" creationId="{4436BAA7-51DA-61C7-25B6-C7F35CDF16EF}"/>
          </ac:spMkLst>
        </pc:spChg>
        <pc:spChg chg="del">
          <ac:chgData name="Paul Daniel Dass Dhanapal" userId="a3b2459a-4399-4c16-b045-c17fbe6bd25c" providerId="ADAL" clId="{98FC4701-10BB-470D-BC1A-FAA02BA1865F}" dt="2026-05-07T16:41:20.581" v="1713" actId="478"/>
          <ac:spMkLst>
            <pc:docMk/>
            <pc:sldMk cId="66101907" sldId="7951"/>
            <ac:spMk id="51" creationId="{34C9A77F-47CE-0B00-9237-D9A8F43A3451}"/>
          </ac:spMkLst>
        </pc:spChg>
        <pc:spChg chg="add mod">
          <ac:chgData name="Paul Daniel Dass Dhanapal" userId="a3b2459a-4399-4c16-b045-c17fbe6bd25c" providerId="ADAL" clId="{98FC4701-10BB-470D-BC1A-FAA02BA1865F}" dt="2026-05-08T06:22:05.036" v="3133" actId="1076"/>
          <ac:spMkLst>
            <pc:docMk/>
            <pc:sldMk cId="66101907" sldId="7951"/>
            <ac:spMk id="53" creationId="{505FB57C-808F-E821-CFAB-6B9052A81D96}"/>
          </ac:spMkLst>
        </pc:spChg>
        <pc:spChg chg="mod">
          <ac:chgData name="Paul Daniel Dass Dhanapal" userId="a3b2459a-4399-4c16-b045-c17fbe6bd25c" providerId="ADAL" clId="{98FC4701-10BB-470D-BC1A-FAA02BA1865F}" dt="2026-05-07T16:49:18.146" v="1804" actId="14100"/>
          <ac:spMkLst>
            <pc:docMk/>
            <pc:sldMk cId="66101907" sldId="7951"/>
            <ac:spMk id="54" creationId="{E4D476DB-DFB7-42B4-BEFB-2655CAD9B62F}"/>
          </ac:spMkLst>
        </pc:spChg>
        <pc:spChg chg="mod">
          <ac:chgData name="Paul Daniel Dass Dhanapal" userId="a3b2459a-4399-4c16-b045-c17fbe6bd25c" providerId="ADAL" clId="{98FC4701-10BB-470D-BC1A-FAA02BA1865F}" dt="2026-05-07T16:52:22.207" v="1845" actId="1076"/>
          <ac:spMkLst>
            <pc:docMk/>
            <pc:sldMk cId="66101907" sldId="7951"/>
            <ac:spMk id="55" creationId="{ADD5648D-FDA8-33F7-6F3F-B1F41B262372}"/>
          </ac:spMkLst>
        </pc:spChg>
        <pc:spChg chg="del">
          <ac:chgData name="Paul Daniel Dass Dhanapal" userId="a3b2459a-4399-4c16-b045-c17fbe6bd25c" providerId="ADAL" clId="{98FC4701-10BB-470D-BC1A-FAA02BA1865F}" dt="2026-05-07T16:46:07.621" v="1754" actId="478"/>
          <ac:spMkLst>
            <pc:docMk/>
            <pc:sldMk cId="66101907" sldId="7951"/>
            <ac:spMk id="56" creationId="{78DE185D-8AF1-6108-F2CB-4839B4F736E8}"/>
          </ac:spMkLst>
        </pc:spChg>
        <pc:spChg chg="add mod">
          <ac:chgData name="Paul Daniel Dass Dhanapal" userId="a3b2459a-4399-4c16-b045-c17fbe6bd25c" providerId="ADAL" clId="{98FC4701-10BB-470D-BC1A-FAA02BA1865F}" dt="2026-05-08T06:22:08.330" v="3134" actId="571"/>
          <ac:spMkLst>
            <pc:docMk/>
            <pc:sldMk cId="66101907" sldId="7951"/>
            <ac:spMk id="57" creationId="{9B67C7B3-614F-D04D-E4F2-6BD3D3314A57}"/>
          </ac:spMkLst>
        </pc:spChg>
        <pc:spChg chg="del">
          <ac:chgData name="Paul Daniel Dass Dhanapal" userId="a3b2459a-4399-4c16-b045-c17fbe6bd25c" providerId="ADAL" clId="{98FC4701-10BB-470D-BC1A-FAA02BA1865F}" dt="2026-05-07T16:41:20.581" v="1713" actId="478"/>
          <ac:spMkLst>
            <pc:docMk/>
            <pc:sldMk cId="66101907" sldId="7951"/>
            <ac:spMk id="61" creationId="{B1346D4F-7609-F1AE-F9B0-894666E7F57A}"/>
          </ac:spMkLst>
        </pc:spChg>
        <pc:spChg chg="del">
          <ac:chgData name="Paul Daniel Dass Dhanapal" userId="a3b2459a-4399-4c16-b045-c17fbe6bd25c" providerId="ADAL" clId="{98FC4701-10BB-470D-BC1A-FAA02BA1865F}" dt="2026-05-07T16:41:20.581" v="1713" actId="478"/>
          <ac:spMkLst>
            <pc:docMk/>
            <pc:sldMk cId="66101907" sldId="7951"/>
            <ac:spMk id="62" creationId="{657FCF40-077D-F523-1120-4916B8454AA2}"/>
          </ac:spMkLst>
        </pc:spChg>
        <pc:spChg chg="del">
          <ac:chgData name="Paul Daniel Dass Dhanapal" userId="a3b2459a-4399-4c16-b045-c17fbe6bd25c" providerId="ADAL" clId="{98FC4701-10BB-470D-BC1A-FAA02BA1865F}" dt="2026-05-07T16:41:20.581" v="1713" actId="478"/>
          <ac:spMkLst>
            <pc:docMk/>
            <pc:sldMk cId="66101907" sldId="7951"/>
            <ac:spMk id="63" creationId="{1A9F3C4D-A83E-41CD-0A1B-2544A833186F}"/>
          </ac:spMkLst>
        </pc:spChg>
        <pc:picChg chg="add mod">
          <ac:chgData name="Paul Daniel Dass Dhanapal" userId="a3b2459a-4399-4c16-b045-c17fbe6bd25c" providerId="ADAL" clId="{98FC4701-10BB-470D-BC1A-FAA02BA1865F}" dt="2026-05-07T16:59:40.416" v="1944" actId="208"/>
          <ac:picMkLst>
            <pc:docMk/>
            <pc:sldMk cId="66101907" sldId="7951"/>
            <ac:picMk id="4" creationId="{68DAC786-E4C1-D019-8D9D-A17920E6634F}"/>
          </ac:picMkLst>
        </pc:picChg>
        <pc:picChg chg="add mod">
          <ac:chgData name="Paul Daniel Dass Dhanapal" userId="a3b2459a-4399-4c16-b045-c17fbe6bd25c" providerId="ADAL" clId="{98FC4701-10BB-470D-BC1A-FAA02BA1865F}" dt="2026-05-07T16:59:40.416" v="1944" actId="208"/>
          <ac:picMkLst>
            <pc:docMk/>
            <pc:sldMk cId="66101907" sldId="7951"/>
            <ac:picMk id="5" creationId="{EAB368FB-DC18-8C71-363A-4ED3DB33E33F}"/>
          </ac:picMkLst>
        </pc:picChg>
        <pc:picChg chg="add del mod">
          <ac:chgData name="Paul Daniel Dass Dhanapal" userId="a3b2459a-4399-4c16-b045-c17fbe6bd25c" providerId="ADAL" clId="{98FC4701-10BB-470D-BC1A-FAA02BA1865F}" dt="2026-05-07T16:45:35.312" v="1747" actId="478"/>
          <ac:picMkLst>
            <pc:docMk/>
            <pc:sldMk cId="66101907" sldId="7951"/>
            <ac:picMk id="8" creationId="{9E0EC3A4-1E03-E15D-84A4-8728F8CE3AEE}"/>
          </ac:picMkLst>
        </pc:picChg>
        <pc:picChg chg="add del mod">
          <ac:chgData name="Paul Daniel Dass Dhanapal" userId="a3b2459a-4399-4c16-b045-c17fbe6bd25c" providerId="ADAL" clId="{98FC4701-10BB-470D-BC1A-FAA02BA1865F}" dt="2026-05-07T16:43:49.603" v="1742" actId="478"/>
          <ac:picMkLst>
            <pc:docMk/>
            <pc:sldMk cId="66101907" sldId="7951"/>
            <ac:picMk id="15" creationId="{714F7541-60E6-9090-1967-A5B19C0055F8}"/>
          </ac:picMkLst>
        </pc:picChg>
        <pc:picChg chg="add del mod">
          <ac:chgData name="Paul Daniel Dass Dhanapal" userId="a3b2459a-4399-4c16-b045-c17fbe6bd25c" providerId="ADAL" clId="{98FC4701-10BB-470D-BC1A-FAA02BA1865F}" dt="2026-05-07T16:50:09.291" v="1822" actId="478"/>
          <ac:picMkLst>
            <pc:docMk/>
            <pc:sldMk cId="66101907" sldId="7951"/>
            <ac:picMk id="16" creationId="{4C54F9B9-A3A5-76EF-F3A3-F7E8041D974E}"/>
          </ac:picMkLst>
        </pc:picChg>
        <pc:picChg chg="add del mod">
          <ac:chgData name="Paul Daniel Dass Dhanapal" userId="a3b2459a-4399-4c16-b045-c17fbe6bd25c" providerId="ADAL" clId="{98FC4701-10BB-470D-BC1A-FAA02BA1865F}" dt="2026-05-07T16:50:08.503" v="1821" actId="478"/>
          <ac:picMkLst>
            <pc:docMk/>
            <pc:sldMk cId="66101907" sldId="7951"/>
            <ac:picMk id="19" creationId="{44DA4BEC-43AD-10DA-6632-8F6E3EC1B68B}"/>
          </ac:picMkLst>
        </pc:picChg>
        <pc:picChg chg="add del mod">
          <ac:chgData name="Paul Daniel Dass Dhanapal" userId="a3b2459a-4399-4c16-b045-c17fbe6bd25c" providerId="ADAL" clId="{98FC4701-10BB-470D-BC1A-FAA02BA1865F}" dt="2026-05-07T16:50:10.037" v="1823" actId="478"/>
          <ac:picMkLst>
            <pc:docMk/>
            <pc:sldMk cId="66101907" sldId="7951"/>
            <ac:picMk id="21" creationId="{12C45CED-DE85-FBB6-D09D-9ACD676DEB8B}"/>
          </ac:picMkLst>
        </pc:picChg>
        <pc:picChg chg="add mod">
          <ac:chgData name="Paul Daniel Dass Dhanapal" userId="a3b2459a-4399-4c16-b045-c17fbe6bd25c" providerId="ADAL" clId="{98FC4701-10BB-470D-BC1A-FAA02BA1865F}" dt="2026-05-07T16:59:40.416" v="1944" actId="208"/>
          <ac:picMkLst>
            <pc:docMk/>
            <pc:sldMk cId="66101907" sldId="7951"/>
            <ac:picMk id="23" creationId="{56AC8D25-8ED3-36CA-791E-E46CAB099FAE}"/>
          </ac:picMkLst>
        </pc:picChg>
      </pc:sldChg>
      <pc:sldChg chg="addSp delSp modSp add mod">
        <pc:chgData name="Paul Daniel Dass Dhanapal" userId="a3b2459a-4399-4c16-b045-c17fbe6bd25c" providerId="ADAL" clId="{98FC4701-10BB-470D-BC1A-FAA02BA1865F}" dt="2026-05-08T11:17:24.664" v="3401"/>
        <pc:sldMkLst>
          <pc:docMk/>
          <pc:sldMk cId="4026204529" sldId="7952"/>
        </pc:sldMkLst>
        <pc:spChg chg="mod">
          <ac:chgData name="Paul Daniel Dass Dhanapal" userId="a3b2459a-4399-4c16-b045-c17fbe6bd25c" providerId="ADAL" clId="{98FC4701-10BB-470D-BC1A-FAA02BA1865F}" dt="2026-05-08T11:17:24.664" v="3401"/>
          <ac:spMkLst>
            <pc:docMk/>
            <pc:sldMk cId="4026204529" sldId="7952"/>
            <ac:spMk id="3" creationId="{F30015AE-4308-97C9-4C44-3CE5AEDB5D74}"/>
          </ac:spMkLst>
        </pc:spChg>
        <pc:spChg chg="mod">
          <ac:chgData name="Paul Daniel Dass Dhanapal" userId="a3b2459a-4399-4c16-b045-c17fbe6bd25c" providerId="ADAL" clId="{98FC4701-10BB-470D-BC1A-FAA02BA1865F}" dt="2026-05-07T16:59:27.281" v="1942" actId="1076"/>
          <ac:spMkLst>
            <pc:docMk/>
            <pc:sldMk cId="4026204529" sldId="7952"/>
            <ac:spMk id="6" creationId="{3C5DEDE6-7294-35AC-085F-AD6061D163D2}"/>
          </ac:spMkLst>
        </pc:spChg>
        <pc:spChg chg="add del mod">
          <ac:chgData name="Paul Daniel Dass Dhanapal" userId="a3b2459a-4399-4c16-b045-c17fbe6bd25c" providerId="ADAL" clId="{98FC4701-10BB-470D-BC1A-FAA02BA1865F}" dt="2026-05-07T16:58:55.812" v="1933" actId="478"/>
          <ac:spMkLst>
            <pc:docMk/>
            <pc:sldMk cId="4026204529" sldId="7952"/>
            <ac:spMk id="10" creationId="{08B78371-2782-3492-BA58-E0E35B74EC36}"/>
          </ac:spMkLst>
        </pc:spChg>
        <pc:spChg chg="add mod">
          <ac:chgData name="Paul Daniel Dass Dhanapal" userId="a3b2459a-4399-4c16-b045-c17fbe6bd25c" providerId="ADAL" clId="{98FC4701-10BB-470D-BC1A-FAA02BA1865F}" dt="2026-05-07T17:02:06.764" v="1961" actId="1076"/>
          <ac:spMkLst>
            <pc:docMk/>
            <pc:sldMk cId="4026204529" sldId="7952"/>
            <ac:spMk id="11" creationId="{C9380AB6-DA34-7686-7B45-49E6B2112B3D}"/>
          </ac:spMkLst>
        </pc:spChg>
        <pc:spChg chg="add mod">
          <ac:chgData name="Paul Daniel Dass Dhanapal" userId="a3b2459a-4399-4c16-b045-c17fbe6bd25c" providerId="ADAL" clId="{98FC4701-10BB-470D-BC1A-FAA02BA1865F}" dt="2026-05-07T17:02:15.880" v="1962" actId="1076"/>
          <ac:spMkLst>
            <pc:docMk/>
            <pc:sldMk cId="4026204529" sldId="7952"/>
            <ac:spMk id="14" creationId="{8CAF69AC-DF2D-A25C-084F-5D150FF916BF}"/>
          </ac:spMkLst>
        </pc:spChg>
        <pc:spChg chg="add mod">
          <ac:chgData name="Paul Daniel Dass Dhanapal" userId="a3b2459a-4399-4c16-b045-c17fbe6bd25c" providerId="ADAL" clId="{98FC4701-10BB-470D-BC1A-FAA02BA1865F}" dt="2026-05-08T06:34:00.121" v="3324" actId="1076"/>
          <ac:spMkLst>
            <pc:docMk/>
            <pc:sldMk cId="4026204529" sldId="7952"/>
            <ac:spMk id="15" creationId="{D1EC9E8C-E04D-C59A-CCE9-275080E3FD69}"/>
          </ac:spMkLst>
        </pc:spChg>
        <pc:spChg chg="mod">
          <ac:chgData name="Paul Daniel Dass Dhanapal" userId="a3b2459a-4399-4c16-b045-c17fbe6bd25c" providerId="ADAL" clId="{98FC4701-10BB-470D-BC1A-FAA02BA1865F}" dt="2026-05-07T17:01:40.330" v="1956" actId="1076"/>
          <ac:spMkLst>
            <pc:docMk/>
            <pc:sldMk cId="4026204529" sldId="7952"/>
            <ac:spMk id="17" creationId="{7925CBA4-AE75-2DDE-1A28-1A93A7020B1A}"/>
          </ac:spMkLst>
        </pc:spChg>
        <pc:spChg chg="mod">
          <ac:chgData name="Paul Daniel Dass Dhanapal" userId="a3b2459a-4399-4c16-b045-c17fbe6bd25c" providerId="ADAL" clId="{98FC4701-10BB-470D-BC1A-FAA02BA1865F}" dt="2026-05-07T17:01:49.867" v="1959" actId="1076"/>
          <ac:spMkLst>
            <pc:docMk/>
            <pc:sldMk cId="4026204529" sldId="7952"/>
            <ac:spMk id="18" creationId="{19D1F958-F3A4-CAAC-B80D-A68549E7CEDA}"/>
          </ac:spMkLst>
        </pc:spChg>
        <pc:spChg chg="add mod">
          <ac:chgData name="Paul Daniel Dass Dhanapal" userId="a3b2459a-4399-4c16-b045-c17fbe6bd25c" providerId="ADAL" clId="{98FC4701-10BB-470D-BC1A-FAA02BA1865F}" dt="2026-05-07T17:02:30.400" v="1964" actId="571"/>
          <ac:spMkLst>
            <pc:docMk/>
            <pc:sldMk cId="4026204529" sldId="7952"/>
            <ac:spMk id="20" creationId="{A9D5E68C-CB1E-25C5-BC66-7BA3BA2BA3E0}"/>
          </ac:spMkLst>
        </pc:spChg>
        <pc:spChg chg="mod">
          <ac:chgData name="Paul Daniel Dass Dhanapal" userId="a3b2459a-4399-4c16-b045-c17fbe6bd25c" providerId="ADAL" clId="{98FC4701-10BB-470D-BC1A-FAA02BA1865F}" dt="2026-05-07T16:59:16.380" v="1939" actId="1076"/>
          <ac:spMkLst>
            <pc:docMk/>
            <pc:sldMk cId="4026204529" sldId="7952"/>
            <ac:spMk id="22" creationId="{E9E39D73-4783-3318-3493-1B2A8C172A9A}"/>
          </ac:spMkLst>
        </pc:spChg>
        <pc:spChg chg="add mod">
          <ac:chgData name="Paul Daniel Dass Dhanapal" userId="a3b2459a-4399-4c16-b045-c17fbe6bd25c" providerId="ADAL" clId="{98FC4701-10BB-470D-BC1A-FAA02BA1865F}" dt="2026-05-07T17:02:36.376" v="1965" actId="571"/>
          <ac:spMkLst>
            <pc:docMk/>
            <pc:sldMk cId="4026204529" sldId="7952"/>
            <ac:spMk id="23" creationId="{45C4BA95-6B02-532F-D3B6-BF3C18A932F3}"/>
          </ac:spMkLst>
        </pc:spChg>
        <pc:spChg chg="add mod">
          <ac:chgData name="Paul Daniel Dass Dhanapal" userId="a3b2459a-4399-4c16-b045-c17fbe6bd25c" providerId="ADAL" clId="{98FC4701-10BB-470D-BC1A-FAA02BA1865F}" dt="2026-05-07T17:02:39.407" v="1966" actId="571"/>
          <ac:spMkLst>
            <pc:docMk/>
            <pc:sldMk cId="4026204529" sldId="7952"/>
            <ac:spMk id="24" creationId="{FCEA93B9-4679-7B32-74B8-4D5B87EC7D4B}"/>
          </ac:spMkLst>
        </pc:spChg>
        <pc:spChg chg="add mod">
          <ac:chgData name="Paul Daniel Dass Dhanapal" userId="a3b2459a-4399-4c16-b045-c17fbe6bd25c" providerId="ADAL" clId="{98FC4701-10BB-470D-BC1A-FAA02BA1865F}" dt="2026-05-07T17:02:43.619" v="1967" actId="571"/>
          <ac:spMkLst>
            <pc:docMk/>
            <pc:sldMk cId="4026204529" sldId="7952"/>
            <ac:spMk id="25" creationId="{5A7B8DF3-8DE9-75F0-59EE-57A928DB615C}"/>
          </ac:spMkLst>
        </pc:spChg>
        <pc:spChg chg="add mod">
          <ac:chgData name="Paul Daniel Dass Dhanapal" userId="a3b2459a-4399-4c16-b045-c17fbe6bd25c" providerId="ADAL" clId="{98FC4701-10BB-470D-BC1A-FAA02BA1865F}" dt="2026-05-07T17:02:49.506" v="1968" actId="571"/>
          <ac:spMkLst>
            <pc:docMk/>
            <pc:sldMk cId="4026204529" sldId="7952"/>
            <ac:spMk id="26" creationId="{4F5777F4-3DD6-F4ED-7588-52134E06D941}"/>
          </ac:spMkLst>
        </pc:spChg>
        <pc:spChg chg="add mod">
          <ac:chgData name="Paul Daniel Dass Dhanapal" userId="a3b2459a-4399-4c16-b045-c17fbe6bd25c" providerId="ADAL" clId="{98FC4701-10BB-470D-BC1A-FAA02BA1865F}" dt="2026-05-08T06:33:26.407" v="3317" actId="1076"/>
          <ac:spMkLst>
            <pc:docMk/>
            <pc:sldMk cId="4026204529" sldId="7952"/>
            <ac:spMk id="27" creationId="{A986B32A-CB29-1F6E-0517-026CCE7C4EFE}"/>
          </ac:spMkLst>
        </pc:spChg>
        <pc:spChg chg="add mod">
          <ac:chgData name="Paul Daniel Dass Dhanapal" userId="a3b2459a-4399-4c16-b045-c17fbe6bd25c" providerId="ADAL" clId="{98FC4701-10BB-470D-BC1A-FAA02BA1865F}" dt="2026-05-08T06:33:31.217" v="3318" actId="1076"/>
          <ac:spMkLst>
            <pc:docMk/>
            <pc:sldMk cId="4026204529" sldId="7952"/>
            <ac:spMk id="28" creationId="{148AE6C2-9D94-B55E-5D76-3AB3783D3807}"/>
          </ac:spMkLst>
        </pc:spChg>
        <pc:spChg chg="add mod">
          <ac:chgData name="Paul Daniel Dass Dhanapal" userId="a3b2459a-4399-4c16-b045-c17fbe6bd25c" providerId="ADAL" clId="{98FC4701-10BB-470D-BC1A-FAA02BA1865F}" dt="2026-05-08T06:33:41.394" v="3319" actId="571"/>
          <ac:spMkLst>
            <pc:docMk/>
            <pc:sldMk cId="4026204529" sldId="7952"/>
            <ac:spMk id="29" creationId="{E79C29DA-404A-02B0-5BF4-8E81FF2BE6F1}"/>
          </ac:spMkLst>
        </pc:spChg>
        <pc:spChg chg="add mod">
          <ac:chgData name="Paul Daniel Dass Dhanapal" userId="a3b2459a-4399-4c16-b045-c17fbe6bd25c" providerId="ADAL" clId="{98FC4701-10BB-470D-BC1A-FAA02BA1865F}" dt="2026-05-08T06:33:45.185" v="3320" actId="571"/>
          <ac:spMkLst>
            <pc:docMk/>
            <pc:sldMk cId="4026204529" sldId="7952"/>
            <ac:spMk id="30" creationId="{29A6A17E-230E-C66E-A228-965FA6B7E710}"/>
          </ac:spMkLst>
        </pc:spChg>
        <pc:spChg chg="add mod">
          <ac:chgData name="Paul Daniel Dass Dhanapal" userId="a3b2459a-4399-4c16-b045-c17fbe6bd25c" providerId="ADAL" clId="{98FC4701-10BB-470D-BC1A-FAA02BA1865F}" dt="2026-05-08T06:33:48.330" v="3321" actId="571"/>
          <ac:spMkLst>
            <pc:docMk/>
            <pc:sldMk cId="4026204529" sldId="7952"/>
            <ac:spMk id="31" creationId="{3AB2AA08-4930-CFF6-BF07-37CEC8F09ECA}"/>
          </ac:spMkLst>
        </pc:spChg>
        <pc:spChg chg="add mod">
          <ac:chgData name="Paul Daniel Dass Dhanapal" userId="a3b2459a-4399-4c16-b045-c17fbe6bd25c" providerId="ADAL" clId="{98FC4701-10BB-470D-BC1A-FAA02BA1865F}" dt="2026-05-08T06:33:52.959" v="3322" actId="571"/>
          <ac:spMkLst>
            <pc:docMk/>
            <pc:sldMk cId="4026204529" sldId="7952"/>
            <ac:spMk id="32" creationId="{1423E890-5268-556B-72DD-292DFB9563E3}"/>
          </ac:spMkLst>
        </pc:spChg>
        <pc:spChg chg="add mod">
          <ac:chgData name="Paul Daniel Dass Dhanapal" userId="a3b2459a-4399-4c16-b045-c17fbe6bd25c" providerId="ADAL" clId="{98FC4701-10BB-470D-BC1A-FAA02BA1865F}" dt="2026-05-08T06:33:57.064" v="3323" actId="571"/>
          <ac:spMkLst>
            <pc:docMk/>
            <pc:sldMk cId="4026204529" sldId="7952"/>
            <ac:spMk id="33" creationId="{F0ACB579-168E-8F75-8E78-EBCD9DD793B9}"/>
          </ac:spMkLst>
        </pc:spChg>
        <pc:spChg chg="add mod">
          <ac:chgData name="Paul Daniel Dass Dhanapal" userId="a3b2459a-4399-4c16-b045-c17fbe6bd25c" providerId="ADAL" clId="{98FC4701-10BB-470D-BC1A-FAA02BA1865F}" dt="2026-05-08T06:34:04.796" v="3325" actId="571"/>
          <ac:spMkLst>
            <pc:docMk/>
            <pc:sldMk cId="4026204529" sldId="7952"/>
            <ac:spMk id="34" creationId="{FB43FD50-6E16-2130-0E1D-B0A7381CF432}"/>
          </ac:spMkLst>
        </pc:spChg>
        <pc:spChg chg="mod">
          <ac:chgData name="Paul Daniel Dass Dhanapal" userId="a3b2459a-4399-4c16-b045-c17fbe6bd25c" providerId="ADAL" clId="{98FC4701-10BB-470D-BC1A-FAA02BA1865F}" dt="2026-05-07T17:04:12.647" v="1987" actId="108"/>
          <ac:spMkLst>
            <pc:docMk/>
            <pc:sldMk cId="4026204529" sldId="7952"/>
            <ac:spMk id="40" creationId="{FC9DC3B6-DED2-9300-3E33-9D45E606909C}"/>
          </ac:spMkLst>
        </pc:spChg>
        <pc:spChg chg="del mod">
          <ac:chgData name="Paul Daniel Dass Dhanapal" userId="a3b2459a-4399-4c16-b045-c17fbe6bd25c" providerId="ADAL" clId="{98FC4701-10BB-470D-BC1A-FAA02BA1865F}" dt="2026-05-07T17:01:02.489" v="1947" actId="478"/>
          <ac:spMkLst>
            <pc:docMk/>
            <pc:sldMk cId="4026204529" sldId="7952"/>
            <ac:spMk id="55" creationId="{69C13A29-568D-6406-7690-66218A578DF3}"/>
          </ac:spMkLst>
        </pc:spChg>
        <pc:picChg chg="add mod">
          <ac:chgData name="Paul Daniel Dass Dhanapal" userId="a3b2459a-4399-4c16-b045-c17fbe6bd25c" providerId="ADAL" clId="{98FC4701-10BB-470D-BC1A-FAA02BA1865F}" dt="2026-05-07T16:59:31.799" v="1943" actId="208"/>
          <ac:picMkLst>
            <pc:docMk/>
            <pc:sldMk cId="4026204529" sldId="7952"/>
            <ac:picMk id="2" creationId="{5F9F202E-D92E-CBD0-7A48-61C8F77EC9CD}"/>
          </ac:picMkLst>
        </pc:picChg>
        <pc:picChg chg="del">
          <ac:chgData name="Paul Daniel Dass Dhanapal" userId="a3b2459a-4399-4c16-b045-c17fbe6bd25c" providerId="ADAL" clId="{98FC4701-10BB-470D-BC1A-FAA02BA1865F}" dt="2026-05-07T16:55:11.562" v="1882" actId="478"/>
          <ac:picMkLst>
            <pc:docMk/>
            <pc:sldMk cId="4026204529" sldId="7952"/>
            <ac:picMk id="4" creationId="{9CF735BA-B012-3DFB-25F4-0EED93810F03}"/>
          </ac:picMkLst>
        </pc:picChg>
        <pc:picChg chg="del">
          <ac:chgData name="Paul Daniel Dass Dhanapal" userId="a3b2459a-4399-4c16-b045-c17fbe6bd25c" providerId="ADAL" clId="{98FC4701-10BB-470D-BC1A-FAA02BA1865F}" dt="2026-05-07T16:55:12.130" v="1883" actId="478"/>
          <ac:picMkLst>
            <pc:docMk/>
            <pc:sldMk cId="4026204529" sldId="7952"/>
            <ac:picMk id="5" creationId="{75747031-C8A9-3CC0-B243-7F4D32DE4CDF}"/>
          </ac:picMkLst>
        </pc:picChg>
        <pc:picChg chg="add del mod">
          <ac:chgData name="Paul Daniel Dass Dhanapal" userId="a3b2459a-4399-4c16-b045-c17fbe6bd25c" providerId="ADAL" clId="{98FC4701-10BB-470D-BC1A-FAA02BA1865F}" dt="2026-05-07T17:00:23.438" v="1945" actId="478"/>
          <ac:picMkLst>
            <pc:docMk/>
            <pc:sldMk cId="4026204529" sldId="7952"/>
            <ac:picMk id="8" creationId="{BF398B1A-94F1-B06F-593F-35DD9CDF6D42}"/>
          </ac:picMkLst>
        </pc:picChg>
        <pc:picChg chg="mod">
          <ac:chgData name="Paul Daniel Dass Dhanapal" userId="a3b2459a-4399-4c16-b045-c17fbe6bd25c" providerId="ADAL" clId="{98FC4701-10BB-470D-BC1A-FAA02BA1865F}" dt="2026-05-07T17:01:43.330" v="1957" actId="14100"/>
          <ac:picMkLst>
            <pc:docMk/>
            <pc:sldMk cId="4026204529" sldId="7952"/>
            <ac:picMk id="16" creationId="{6F679678-C6AF-059F-9143-810742F6CD76}"/>
          </ac:picMkLst>
        </pc:picChg>
        <pc:picChg chg="mod">
          <ac:chgData name="Paul Daniel Dass Dhanapal" userId="a3b2459a-4399-4c16-b045-c17fbe6bd25c" providerId="ADAL" clId="{98FC4701-10BB-470D-BC1A-FAA02BA1865F}" dt="2026-05-07T17:01:45.660" v="1958" actId="14100"/>
          <ac:picMkLst>
            <pc:docMk/>
            <pc:sldMk cId="4026204529" sldId="7952"/>
            <ac:picMk id="19" creationId="{13160354-F79B-5331-67AF-1FCC16F2B22F}"/>
          </ac:picMkLst>
        </pc:picChg>
        <pc:picChg chg="mod">
          <ac:chgData name="Paul Daniel Dass Dhanapal" userId="a3b2459a-4399-4c16-b045-c17fbe6bd25c" providerId="ADAL" clId="{98FC4701-10BB-470D-BC1A-FAA02BA1865F}" dt="2026-05-07T16:59:31.799" v="1943" actId="208"/>
          <ac:picMkLst>
            <pc:docMk/>
            <pc:sldMk cId="4026204529" sldId="7952"/>
            <ac:picMk id="21" creationId="{80080AC2-9258-B07B-A271-E61ABAD1D8B1}"/>
          </ac:picMkLst>
        </pc:picChg>
      </pc:sldChg>
      <pc:sldChg chg="addSp delSp modSp add mod">
        <pc:chgData name="Paul Daniel Dass Dhanapal" userId="a3b2459a-4399-4c16-b045-c17fbe6bd25c" providerId="ADAL" clId="{98FC4701-10BB-470D-BC1A-FAA02BA1865F}" dt="2026-05-08T11:31:11.988" v="3556"/>
        <pc:sldMkLst>
          <pc:docMk/>
          <pc:sldMk cId="3802716583" sldId="7953"/>
        </pc:sldMkLst>
        <pc:spChg chg="add mod">
          <ac:chgData name="Paul Daniel Dass Dhanapal" userId="a3b2459a-4399-4c16-b045-c17fbe6bd25c" providerId="ADAL" clId="{98FC4701-10BB-470D-BC1A-FAA02BA1865F}" dt="2026-05-08T05:40:10.058" v="2687" actId="1037"/>
          <ac:spMkLst>
            <pc:docMk/>
            <pc:sldMk cId="3802716583" sldId="7953"/>
            <ac:spMk id="6" creationId="{62EB1284-C036-FC01-84A3-24593AFA1AA6}"/>
          </ac:spMkLst>
        </pc:spChg>
        <pc:spChg chg="add mod">
          <ac:chgData name="Paul Daniel Dass Dhanapal" userId="a3b2459a-4399-4c16-b045-c17fbe6bd25c" providerId="ADAL" clId="{98FC4701-10BB-470D-BC1A-FAA02BA1865F}" dt="2026-05-08T11:26:58.122" v="3474"/>
          <ac:spMkLst>
            <pc:docMk/>
            <pc:sldMk cId="3802716583" sldId="7953"/>
            <ac:spMk id="9" creationId="{2FD88873-FA11-2A20-1E54-77D19DB67717}"/>
          </ac:spMkLst>
        </pc:spChg>
        <pc:spChg chg="del">
          <ac:chgData name="Paul Daniel Dass Dhanapal" userId="a3b2459a-4399-4c16-b045-c17fbe6bd25c" providerId="ADAL" clId="{98FC4701-10BB-470D-BC1A-FAA02BA1865F}" dt="2026-05-07T17:06:06.605" v="2027" actId="478"/>
          <ac:spMkLst>
            <pc:docMk/>
            <pc:sldMk cId="3802716583" sldId="7953"/>
            <ac:spMk id="11" creationId="{C0139CDF-03F3-8ECA-6272-359212F1E723}"/>
          </ac:spMkLst>
        </pc:spChg>
        <pc:spChg chg="add mod">
          <ac:chgData name="Paul Daniel Dass Dhanapal" userId="a3b2459a-4399-4c16-b045-c17fbe6bd25c" providerId="ADAL" clId="{98FC4701-10BB-470D-BC1A-FAA02BA1865F}" dt="2026-05-08T05:40:10.058" v="2687" actId="1037"/>
          <ac:spMkLst>
            <pc:docMk/>
            <pc:sldMk cId="3802716583" sldId="7953"/>
            <ac:spMk id="13" creationId="{5CCFA975-8F0A-A681-8090-1A5F53FDC49F}"/>
          </ac:spMkLst>
        </pc:spChg>
        <pc:spChg chg="del">
          <ac:chgData name="Paul Daniel Dass Dhanapal" userId="a3b2459a-4399-4c16-b045-c17fbe6bd25c" providerId="ADAL" clId="{98FC4701-10BB-470D-BC1A-FAA02BA1865F}" dt="2026-05-08T11:26:50.969" v="3473" actId="478"/>
          <ac:spMkLst>
            <pc:docMk/>
            <pc:sldMk cId="3802716583" sldId="7953"/>
            <ac:spMk id="14" creationId="{224AE570-CE14-DD1E-ADAF-0FCC02DD769F}"/>
          </ac:spMkLst>
        </pc:spChg>
        <pc:spChg chg="add mod">
          <ac:chgData name="Paul Daniel Dass Dhanapal" userId="a3b2459a-4399-4c16-b045-c17fbe6bd25c" providerId="ADAL" clId="{98FC4701-10BB-470D-BC1A-FAA02BA1865F}" dt="2026-05-08T05:40:10.058" v="2687" actId="1037"/>
          <ac:spMkLst>
            <pc:docMk/>
            <pc:sldMk cId="3802716583" sldId="7953"/>
            <ac:spMk id="16" creationId="{BF42B97B-C58C-1E8A-A9E3-93C34D3B9725}"/>
          </ac:spMkLst>
        </pc:spChg>
        <pc:spChg chg="mod">
          <ac:chgData name="Paul Daniel Dass Dhanapal" userId="a3b2459a-4399-4c16-b045-c17fbe6bd25c" providerId="ADAL" clId="{98FC4701-10BB-470D-BC1A-FAA02BA1865F}" dt="2026-05-08T06:36:25.226" v="3330" actId="14100"/>
          <ac:spMkLst>
            <pc:docMk/>
            <pc:sldMk cId="3802716583" sldId="7953"/>
            <ac:spMk id="20" creationId="{C6765463-D6A7-9E6D-51D3-F583C4588D33}"/>
          </ac:spMkLst>
        </pc:spChg>
        <pc:spChg chg="add del">
          <ac:chgData name="Paul Daniel Dass Dhanapal" userId="a3b2459a-4399-4c16-b045-c17fbe6bd25c" providerId="ADAL" clId="{98FC4701-10BB-470D-BC1A-FAA02BA1865F}" dt="2026-05-07T17:25:49.232" v="2207" actId="22"/>
          <ac:spMkLst>
            <pc:docMk/>
            <pc:sldMk cId="3802716583" sldId="7953"/>
            <ac:spMk id="23" creationId="{37E5A97A-6841-4614-7840-E6005CC16C80}"/>
          </ac:spMkLst>
        </pc:spChg>
        <pc:spChg chg="del">
          <ac:chgData name="Paul Daniel Dass Dhanapal" userId="a3b2459a-4399-4c16-b045-c17fbe6bd25c" providerId="ADAL" clId="{98FC4701-10BB-470D-BC1A-FAA02BA1865F}" dt="2026-05-07T17:49:33.354" v="2504" actId="478"/>
          <ac:spMkLst>
            <pc:docMk/>
            <pc:sldMk cId="3802716583" sldId="7953"/>
            <ac:spMk id="37" creationId="{6C5D60FA-7887-7717-C1DB-88B55BBB6295}"/>
          </ac:spMkLst>
        </pc:spChg>
        <pc:grpChg chg="del">
          <ac:chgData name="Paul Daniel Dass Dhanapal" userId="a3b2459a-4399-4c16-b045-c17fbe6bd25c" providerId="ADAL" clId="{98FC4701-10BB-470D-BC1A-FAA02BA1865F}" dt="2026-05-07T17:06:10.117" v="2030" actId="478"/>
          <ac:grpSpMkLst>
            <pc:docMk/>
            <pc:sldMk cId="3802716583" sldId="7953"/>
            <ac:grpSpMk id="17" creationId="{7C78A1A6-621A-F811-B599-5671B5C205E9}"/>
          </ac:grpSpMkLst>
        </pc:grpChg>
        <pc:graphicFrameChg chg="add del mod modGraphic">
          <ac:chgData name="Paul Daniel Dass Dhanapal" userId="a3b2459a-4399-4c16-b045-c17fbe6bd25c" providerId="ADAL" clId="{98FC4701-10BB-470D-BC1A-FAA02BA1865F}" dt="2026-05-08T11:31:11.988" v="3556"/>
          <ac:graphicFrameMkLst>
            <pc:docMk/>
            <pc:sldMk cId="3802716583" sldId="7953"/>
            <ac:graphicFrameMk id="8" creationId="{79C0D21F-8CED-109F-4B84-5785DA7B8E32}"/>
          </ac:graphicFrameMkLst>
        </pc:graphicFrameChg>
        <pc:picChg chg="add mod modCrop">
          <ac:chgData name="Paul Daniel Dass Dhanapal" userId="a3b2459a-4399-4c16-b045-c17fbe6bd25c" providerId="ADAL" clId="{98FC4701-10BB-470D-BC1A-FAA02BA1865F}" dt="2026-05-08T06:36:36.202" v="3334" actId="14100"/>
          <ac:picMkLst>
            <pc:docMk/>
            <pc:sldMk cId="3802716583" sldId="7953"/>
            <ac:picMk id="2" creationId="{332CA344-C926-4BBE-92C9-6011F17CBD4F}"/>
          </ac:picMkLst>
        </pc:picChg>
        <pc:picChg chg="add mod modCrop">
          <ac:chgData name="Paul Daniel Dass Dhanapal" userId="a3b2459a-4399-4c16-b045-c17fbe6bd25c" providerId="ADAL" clId="{98FC4701-10BB-470D-BC1A-FAA02BA1865F}" dt="2026-05-08T06:36:49.045" v="3337" actId="14100"/>
          <ac:picMkLst>
            <pc:docMk/>
            <pc:sldMk cId="3802716583" sldId="7953"/>
            <ac:picMk id="3" creationId="{E7D01060-3D64-4769-A492-3FD0065F595A}"/>
          </ac:picMkLst>
        </pc:picChg>
        <pc:picChg chg="add mod modCrop">
          <ac:chgData name="Paul Daniel Dass Dhanapal" userId="a3b2459a-4399-4c16-b045-c17fbe6bd25c" providerId="ADAL" clId="{98FC4701-10BB-470D-BC1A-FAA02BA1865F}" dt="2026-05-08T06:36:32.400" v="3332" actId="14100"/>
          <ac:picMkLst>
            <pc:docMk/>
            <pc:sldMk cId="3802716583" sldId="7953"/>
            <ac:picMk id="4" creationId="{A82AE7C3-A50E-4298-97F3-A3ED4B382CA1}"/>
          </ac:picMkLst>
        </pc:picChg>
        <pc:picChg chg="add mod">
          <ac:chgData name="Paul Daniel Dass Dhanapal" userId="a3b2459a-4399-4c16-b045-c17fbe6bd25c" providerId="ADAL" clId="{98FC4701-10BB-470D-BC1A-FAA02BA1865F}" dt="2026-05-08T05:40:10.058" v="2687" actId="1037"/>
          <ac:picMkLst>
            <pc:docMk/>
            <pc:sldMk cId="3802716583" sldId="7953"/>
            <ac:picMk id="5" creationId="{753FF80B-3271-9791-6E48-9BB44B0B5934}"/>
          </ac:picMkLst>
        </pc:picChg>
        <pc:picChg chg="add mod">
          <ac:chgData name="Paul Daniel Dass Dhanapal" userId="a3b2459a-4399-4c16-b045-c17fbe6bd25c" providerId="ADAL" clId="{98FC4701-10BB-470D-BC1A-FAA02BA1865F}" dt="2026-05-08T05:40:10.058" v="2687" actId="1037"/>
          <ac:picMkLst>
            <pc:docMk/>
            <pc:sldMk cId="3802716583" sldId="7953"/>
            <ac:picMk id="7" creationId="{AD51CEDC-F4CD-4304-11EA-9384E7BE2ADE}"/>
          </ac:picMkLst>
        </pc:picChg>
        <pc:picChg chg="del">
          <ac:chgData name="Paul Daniel Dass Dhanapal" userId="a3b2459a-4399-4c16-b045-c17fbe6bd25c" providerId="ADAL" clId="{98FC4701-10BB-470D-BC1A-FAA02BA1865F}" dt="2026-05-07T17:06:06.605" v="2027" actId="478"/>
          <ac:picMkLst>
            <pc:docMk/>
            <pc:sldMk cId="3802716583" sldId="7953"/>
            <ac:picMk id="9" creationId="{14BF6FBF-F320-4E36-7AA0-55615A25A116}"/>
          </ac:picMkLst>
        </pc:picChg>
        <pc:picChg chg="del">
          <ac:chgData name="Paul Daniel Dass Dhanapal" userId="a3b2459a-4399-4c16-b045-c17fbe6bd25c" providerId="ADAL" clId="{98FC4701-10BB-470D-BC1A-FAA02BA1865F}" dt="2026-05-07T17:06:06.605" v="2027" actId="478"/>
          <ac:picMkLst>
            <pc:docMk/>
            <pc:sldMk cId="3802716583" sldId="7953"/>
            <ac:picMk id="10" creationId="{64C47D18-BAF2-E017-EFD9-0C1A5E016728}"/>
          </ac:picMkLst>
        </pc:picChg>
        <pc:picChg chg="add mod modCrop">
          <ac:chgData name="Paul Daniel Dass Dhanapal" userId="a3b2459a-4399-4c16-b045-c17fbe6bd25c" providerId="ADAL" clId="{98FC4701-10BB-470D-BC1A-FAA02BA1865F}" dt="2026-05-08T05:40:10.058" v="2687" actId="1037"/>
          <ac:picMkLst>
            <pc:docMk/>
            <pc:sldMk cId="3802716583" sldId="7953"/>
            <ac:picMk id="15" creationId="{8C5DD24C-9794-8BCC-3D7C-69C7A827EA2F}"/>
          </ac:picMkLst>
        </pc:picChg>
        <pc:cxnChg chg="del">
          <ac:chgData name="Paul Daniel Dass Dhanapal" userId="a3b2459a-4399-4c16-b045-c17fbe6bd25c" providerId="ADAL" clId="{98FC4701-10BB-470D-BC1A-FAA02BA1865F}" dt="2026-05-07T17:06:06.605" v="2027" actId="478"/>
          <ac:cxnSpMkLst>
            <pc:docMk/>
            <pc:sldMk cId="3802716583" sldId="7953"/>
            <ac:cxnSpMk id="12" creationId="{45F9D173-248D-5396-ED7D-7DE357BEF00D}"/>
          </ac:cxnSpMkLst>
        </pc:cxnChg>
      </pc:sldChg>
      <pc:sldChg chg="delSp modSp add del mod">
        <pc:chgData name="Paul Daniel Dass Dhanapal" userId="a3b2459a-4399-4c16-b045-c17fbe6bd25c" providerId="ADAL" clId="{98FC4701-10BB-470D-BC1A-FAA02BA1865F}" dt="2026-05-07T17:36:36.998" v="2355" actId="47"/>
        <pc:sldMkLst>
          <pc:docMk/>
          <pc:sldMk cId="1334077548" sldId="7954"/>
        </pc:sldMkLst>
        <pc:spChg chg="del">
          <ac:chgData name="Paul Daniel Dass Dhanapal" userId="a3b2459a-4399-4c16-b045-c17fbe6bd25c" providerId="ADAL" clId="{98FC4701-10BB-470D-BC1A-FAA02BA1865F}" dt="2026-05-07T17:06:02.819" v="2026" actId="478"/>
          <ac:spMkLst>
            <pc:docMk/>
            <pc:sldMk cId="1334077548" sldId="7954"/>
            <ac:spMk id="11" creationId="{EC5225B9-9355-727C-486F-641DCC54A4C8}"/>
          </ac:spMkLst>
        </pc:spChg>
        <pc:grpChg chg="del">
          <ac:chgData name="Paul Daniel Dass Dhanapal" userId="a3b2459a-4399-4c16-b045-c17fbe6bd25c" providerId="ADAL" clId="{98FC4701-10BB-470D-BC1A-FAA02BA1865F}" dt="2026-05-07T17:05:59.952" v="2025" actId="478"/>
          <ac:grpSpMkLst>
            <pc:docMk/>
            <pc:sldMk cId="1334077548" sldId="7954"/>
            <ac:grpSpMk id="17" creationId="{A20C1DE1-19FB-0C83-F3F7-7885FC79E503}"/>
          </ac:grpSpMkLst>
        </pc:grpChg>
        <pc:graphicFrameChg chg="mod">
          <ac:chgData name="Paul Daniel Dass Dhanapal" userId="a3b2459a-4399-4c16-b045-c17fbe6bd25c" providerId="ADAL" clId="{98FC4701-10BB-470D-BC1A-FAA02BA1865F}" dt="2026-05-07T17:05:57.105" v="2024"/>
          <ac:graphicFrameMkLst>
            <pc:docMk/>
            <pc:sldMk cId="1334077548" sldId="7954"/>
            <ac:graphicFrameMk id="8" creationId="{D146EB92-86B8-50DA-1D90-DCBDA0BA7CA6}"/>
          </ac:graphicFrameMkLst>
        </pc:graphicFrameChg>
        <pc:picChg chg="del">
          <ac:chgData name="Paul Daniel Dass Dhanapal" userId="a3b2459a-4399-4c16-b045-c17fbe6bd25c" providerId="ADAL" clId="{98FC4701-10BB-470D-BC1A-FAA02BA1865F}" dt="2026-05-07T17:06:02.819" v="2026" actId="478"/>
          <ac:picMkLst>
            <pc:docMk/>
            <pc:sldMk cId="1334077548" sldId="7954"/>
            <ac:picMk id="9" creationId="{7D59188D-A54A-8BBC-7312-8D11A0A1D75B}"/>
          </ac:picMkLst>
        </pc:picChg>
        <pc:picChg chg="del">
          <ac:chgData name="Paul Daniel Dass Dhanapal" userId="a3b2459a-4399-4c16-b045-c17fbe6bd25c" providerId="ADAL" clId="{98FC4701-10BB-470D-BC1A-FAA02BA1865F}" dt="2026-05-07T17:06:02.819" v="2026" actId="478"/>
          <ac:picMkLst>
            <pc:docMk/>
            <pc:sldMk cId="1334077548" sldId="7954"/>
            <ac:picMk id="10" creationId="{F1B55A62-AE3E-C0B6-8677-930909812896}"/>
          </ac:picMkLst>
        </pc:picChg>
        <pc:cxnChg chg="del">
          <ac:chgData name="Paul Daniel Dass Dhanapal" userId="a3b2459a-4399-4c16-b045-c17fbe6bd25c" providerId="ADAL" clId="{98FC4701-10BB-470D-BC1A-FAA02BA1865F}" dt="2026-05-07T17:06:02.819" v="2026" actId="478"/>
          <ac:cxnSpMkLst>
            <pc:docMk/>
            <pc:sldMk cId="1334077548" sldId="7954"/>
            <ac:cxnSpMk id="12" creationId="{ECB88890-046F-D9A7-40DA-A0AD0347318C}"/>
          </ac:cxnSpMkLst>
        </pc:cxnChg>
      </pc:sldChg>
      <pc:sldChg chg="add del">
        <pc:chgData name="Paul Daniel Dass Dhanapal" userId="a3b2459a-4399-4c16-b045-c17fbe6bd25c" providerId="ADAL" clId="{98FC4701-10BB-470D-BC1A-FAA02BA1865F}" dt="2026-05-07T17:05:40.238" v="2021"/>
        <pc:sldMkLst>
          <pc:docMk/>
          <pc:sldMk cId="2224314747" sldId="7955"/>
        </pc:sldMkLst>
      </pc:sldChg>
      <pc:sldChg chg="addSp delSp modSp add mod">
        <pc:chgData name="Paul Daniel Dass Dhanapal" userId="a3b2459a-4399-4c16-b045-c17fbe6bd25c" providerId="ADAL" clId="{98FC4701-10BB-470D-BC1A-FAA02BA1865F}" dt="2026-05-08T11:32:53.552" v="3580" actId="1035"/>
        <pc:sldMkLst>
          <pc:docMk/>
          <pc:sldMk cId="2473501270" sldId="7955"/>
        </pc:sldMkLst>
        <pc:spChg chg="add mod">
          <ac:chgData name="Paul Daniel Dass Dhanapal" userId="a3b2459a-4399-4c16-b045-c17fbe6bd25c" providerId="ADAL" clId="{98FC4701-10BB-470D-BC1A-FAA02BA1865F}" dt="2026-05-08T11:32:53.552" v="3580" actId="1035"/>
          <ac:spMkLst>
            <pc:docMk/>
            <pc:sldMk cId="2473501270" sldId="7955"/>
            <ac:spMk id="2" creationId="{D734A9D4-61F5-86B2-9D1E-10D2C4D3F950}"/>
          </ac:spMkLst>
        </pc:spChg>
        <pc:spChg chg="del">
          <ac:chgData name="Paul Daniel Dass Dhanapal" userId="a3b2459a-4399-4c16-b045-c17fbe6bd25c" providerId="ADAL" clId="{98FC4701-10BB-470D-BC1A-FAA02BA1865F}" dt="2026-05-07T17:35:31.921" v="2338" actId="478"/>
          <ac:spMkLst>
            <pc:docMk/>
            <pc:sldMk cId="2473501270" sldId="7955"/>
            <ac:spMk id="6" creationId="{64B5741E-1A95-C21B-E17D-BF5E78B33923}"/>
          </ac:spMkLst>
        </pc:spChg>
        <pc:spChg chg="add mod">
          <ac:chgData name="Paul Daniel Dass Dhanapal" userId="a3b2459a-4399-4c16-b045-c17fbe6bd25c" providerId="ADAL" clId="{98FC4701-10BB-470D-BC1A-FAA02BA1865F}" dt="2026-05-08T05:44:53.064" v="2924" actId="1035"/>
          <ac:spMkLst>
            <pc:docMk/>
            <pc:sldMk cId="2473501270" sldId="7955"/>
            <ac:spMk id="12" creationId="{91013123-A6CF-044D-B0F8-B0ACBA09DEBB}"/>
          </ac:spMkLst>
        </pc:spChg>
        <pc:spChg chg="del">
          <ac:chgData name="Paul Daniel Dass Dhanapal" userId="a3b2459a-4399-4c16-b045-c17fbe6bd25c" providerId="ADAL" clId="{98FC4701-10BB-470D-BC1A-FAA02BA1865F}" dt="2026-05-07T17:35:31.921" v="2338" actId="478"/>
          <ac:spMkLst>
            <pc:docMk/>
            <pc:sldMk cId="2473501270" sldId="7955"/>
            <ac:spMk id="13" creationId="{C62A86D2-ACF3-1C02-B12A-D305DE8191E7}"/>
          </ac:spMkLst>
        </pc:spChg>
        <pc:spChg chg="del mod">
          <ac:chgData name="Paul Daniel Dass Dhanapal" userId="a3b2459a-4399-4c16-b045-c17fbe6bd25c" providerId="ADAL" clId="{98FC4701-10BB-470D-BC1A-FAA02BA1865F}" dt="2026-05-08T11:31:00.708" v="3555" actId="478"/>
          <ac:spMkLst>
            <pc:docMk/>
            <pc:sldMk cId="2473501270" sldId="7955"/>
            <ac:spMk id="14" creationId="{9365574B-9C24-BF42-5798-4C533FA29AC6}"/>
          </ac:spMkLst>
        </pc:spChg>
        <pc:spChg chg="del">
          <ac:chgData name="Paul Daniel Dass Dhanapal" userId="a3b2459a-4399-4c16-b045-c17fbe6bd25c" providerId="ADAL" clId="{98FC4701-10BB-470D-BC1A-FAA02BA1865F}" dt="2026-05-07T17:35:31.921" v="2338" actId="478"/>
          <ac:spMkLst>
            <pc:docMk/>
            <pc:sldMk cId="2473501270" sldId="7955"/>
            <ac:spMk id="16" creationId="{DF7B90EB-2724-6F52-94A2-AC3CCC0EDA9F}"/>
          </ac:spMkLst>
        </pc:spChg>
        <pc:spChg chg="add mod">
          <ac:chgData name="Paul Daniel Dass Dhanapal" userId="a3b2459a-4399-4c16-b045-c17fbe6bd25c" providerId="ADAL" clId="{98FC4701-10BB-470D-BC1A-FAA02BA1865F}" dt="2026-05-08T05:44:13.947" v="2891" actId="1038"/>
          <ac:spMkLst>
            <pc:docMk/>
            <pc:sldMk cId="2473501270" sldId="7955"/>
            <ac:spMk id="17" creationId="{7C39BA20-4EBF-98BB-B330-4DF3CDEA6800}"/>
          </ac:spMkLst>
        </pc:spChg>
        <pc:spChg chg="add mod">
          <ac:chgData name="Paul Daniel Dass Dhanapal" userId="a3b2459a-4399-4c16-b045-c17fbe6bd25c" providerId="ADAL" clId="{98FC4701-10BB-470D-BC1A-FAA02BA1865F}" dt="2026-05-08T05:45:00.289" v="2925" actId="1076"/>
          <ac:spMkLst>
            <pc:docMk/>
            <pc:sldMk cId="2473501270" sldId="7955"/>
            <ac:spMk id="18" creationId="{3CAAD673-0BF2-38C0-2FA7-38D775B2D6BB}"/>
          </ac:spMkLst>
        </pc:spChg>
        <pc:spChg chg="mod">
          <ac:chgData name="Paul Daniel Dass Dhanapal" userId="a3b2459a-4399-4c16-b045-c17fbe6bd25c" providerId="ADAL" clId="{98FC4701-10BB-470D-BC1A-FAA02BA1865F}" dt="2026-05-08T06:29:50.933" v="3276" actId="1076"/>
          <ac:spMkLst>
            <pc:docMk/>
            <pc:sldMk cId="2473501270" sldId="7955"/>
            <ac:spMk id="20" creationId="{C7F9A600-C3A9-6725-EFEB-A1F244138537}"/>
          </ac:spMkLst>
        </pc:spChg>
        <pc:spChg chg="add mod ord">
          <ac:chgData name="Paul Daniel Dass Dhanapal" userId="a3b2459a-4399-4c16-b045-c17fbe6bd25c" providerId="ADAL" clId="{98FC4701-10BB-470D-BC1A-FAA02BA1865F}" dt="2026-05-08T06:30:32.120" v="3292" actId="1038"/>
          <ac:spMkLst>
            <pc:docMk/>
            <pc:sldMk cId="2473501270" sldId="7955"/>
            <ac:spMk id="23" creationId="{7E533B6C-EDA4-9542-0610-90B2CE609D3D}"/>
          </ac:spMkLst>
        </pc:spChg>
        <pc:spChg chg="add mod ord">
          <ac:chgData name="Paul Daniel Dass Dhanapal" userId="a3b2459a-4399-4c16-b045-c17fbe6bd25c" providerId="ADAL" clId="{98FC4701-10BB-470D-BC1A-FAA02BA1865F}" dt="2026-05-08T06:31:15.346" v="3304" actId="14100"/>
          <ac:spMkLst>
            <pc:docMk/>
            <pc:sldMk cId="2473501270" sldId="7955"/>
            <ac:spMk id="27" creationId="{181C95DD-6AE3-96E9-355D-BE2D3432970D}"/>
          </ac:spMkLst>
        </pc:spChg>
        <pc:spChg chg="add mod">
          <ac:chgData name="Paul Daniel Dass Dhanapal" userId="a3b2459a-4399-4c16-b045-c17fbe6bd25c" providerId="ADAL" clId="{98FC4701-10BB-470D-BC1A-FAA02BA1865F}" dt="2026-05-08T06:31:06.272" v="3301" actId="1038"/>
          <ac:spMkLst>
            <pc:docMk/>
            <pc:sldMk cId="2473501270" sldId="7955"/>
            <ac:spMk id="30" creationId="{D43A1185-9658-1AC9-BB88-705B5FA56481}"/>
          </ac:spMkLst>
        </pc:spChg>
        <pc:spChg chg="del">
          <ac:chgData name="Paul Daniel Dass Dhanapal" userId="a3b2459a-4399-4c16-b045-c17fbe6bd25c" providerId="ADAL" clId="{98FC4701-10BB-470D-BC1A-FAA02BA1865F}" dt="2026-05-07T17:49:38.505" v="2505" actId="478"/>
          <ac:spMkLst>
            <pc:docMk/>
            <pc:sldMk cId="2473501270" sldId="7955"/>
            <ac:spMk id="37" creationId="{567D6B74-5820-7C66-DE03-76A641530572}"/>
          </ac:spMkLst>
        </pc:spChg>
        <pc:graphicFrameChg chg="mod modGraphic">
          <ac:chgData name="Paul Daniel Dass Dhanapal" userId="a3b2459a-4399-4c16-b045-c17fbe6bd25c" providerId="ADAL" clId="{98FC4701-10BB-470D-BC1A-FAA02BA1865F}" dt="2026-05-08T11:31:15.720" v="3557"/>
          <ac:graphicFrameMkLst>
            <pc:docMk/>
            <pc:sldMk cId="2473501270" sldId="7955"/>
            <ac:graphicFrameMk id="8" creationId="{84F901F9-DFF2-AA41-FE9E-1F1FD9FDABC6}"/>
          </ac:graphicFrameMkLst>
        </pc:graphicFrameChg>
        <pc:picChg chg="del">
          <ac:chgData name="Paul Daniel Dass Dhanapal" userId="a3b2459a-4399-4c16-b045-c17fbe6bd25c" providerId="ADAL" clId="{98FC4701-10BB-470D-BC1A-FAA02BA1865F}" dt="2026-05-07T17:35:37.977" v="2340" actId="478"/>
          <ac:picMkLst>
            <pc:docMk/>
            <pc:sldMk cId="2473501270" sldId="7955"/>
            <ac:picMk id="2" creationId="{C8A71357-6270-2039-CC43-59977E7EF01A}"/>
          </ac:picMkLst>
        </pc:picChg>
        <pc:picChg chg="del">
          <ac:chgData name="Paul Daniel Dass Dhanapal" userId="a3b2459a-4399-4c16-b045-c17fbe6bd25c" providerId="ADAL" clId="{98FC4701-10BB-470D-BC1A-FAA02BA1865F}" dt="2026-05-07T17:35:38.754" v="2341" actId="478"/>
          <ac:picMkLst>
            <pc:docMk/>
            <pc:sldMk cId="2473501270" sldId="7955"/>
            <ac:picMk id="3" creationId="{59EAA5FC-BDEC-5B29-FD71-8470F3017088}"/>
          </ac:picMkLst>
        </pc:picChg>
        <pc:picChg chg="del">
          <ac:chgData name="Paul Daniel Dass Dhanapal" userId="a3b2459a-4399-4c16-b045-c17fbe6bd25c" providerId="ADAL" clId="{98FC4701-10BB-470D-BC1A-FAA02BA1865F}" dt="2026-05-07T17:35:37.322" v="2339" actId="478"/>
          <ac:picMkLst>
            <pc:docMk/>
            <pc:sldMk cId="2473501270" sldId="7955"/>
            <ac:picMk id="4" creationId="{602BEF31-9FFC-3237-461C-05D930BC9CA5}"/>
          </ac:picMkLst>
        </pc:picChg>
        <pc:picChg chg="del">
          <ac:chgData name="Paul Daniel Dass Dhanapal" userId="a3b2459a-4399-4c16-b045-c17fbe6bd25c" providerId="ADAL" clId="{98FC4701-10BB-470D-BC1A-FAA02BA1865F}" dt="2026-05-07T17:35:31.921" v="2338" actId="478"/>
          <ac:picMkLst>
            <pc:docMk/>
            <pc:sldMk cId="2473501270" sldId="7955"/>
            <ac:picMk id="5" creationId="{BBC4F6F2-267F-1D35-2A96-B48C845060F7}"/>
          </ac:picMkLst>
        </pc:picChg>
        <pc:picChg chg="del">
          <ac:chgData name="Paul Daniel Dass Dhanapal" userId="a3b2459a-4399-4c16-b045-c17fbe6bd25c" providerId="ADAL" clId="{98FC4701-10BB-470D-BC1A-FAA02BA1865F}" dt="2026-05-07T17:35:31.921" v="2338" actId="478"/>
          <ac:picMkLst>
            <pc:docMk/>
            <pc:sldMk cId="2473501270" sldId="7955"/>
            <ac:picMk id="7" creationId="{A37FABDB-454D-465B-FDFB-D2E3499CDB26}"/>
          </ac:picMkLst>
        </pc:picChg>
        <pc:picChg chg="add mod">
          <ac:chgData name="Paul Daniel Dass Dhanapal" userId="a3b2459a-4399-4c16-b045-c17fbe6bd25c" providerId="ADAL" clId="{98FC4701-10BB-470D-BC1A-FAA02BA1865F}" dt="2026-05-08T05:44:44.935" v="2906" actId="1035"/>
          <ac:picMkLst>
            <pc:docMk/>
            <pc:sldMk cId="2473501270" sldId="7955"/>
            <ac:picMk id="9" creationId="{2FB9429F-FEA9-4C2C-AE9E-9D59909E95ED}"/>
          </ac:picMkLst>
        </pc:picChg>
        <pc:picChg chg="add mod modCrop">
          <ac:chgData name="Paul Daniel Dass Dhanapal" userId="a3b2459a-4399-4c16-b045-c17fbe6bd25c" providerId="ADAL" clId="{98FC4701-10BB-470D-BC1A-FAA02BA1865F}" dt="2026-05-08T05:44:44.935" v="2906" actId="1035"/>
          <ac:picMkLst>
            <pc:docMk/>
            <pc:sldMk cId="2473501270" sldId="7955"/>
            <ac:picMk id="10" creationId="{ECD155FE-8156-4C4D-A066-88A3C14D8013}"/>
          </ac:picMkLst>
        </pc:picChg>
        <pc:picChg chg="add mod modCrop">
          <ac:chgData name="Paul Daniel Dass Dhanapal" userId="a3b2459a-4399-4c16-b045-c17fbe6bd25c" providerId="ADAL" clId="{98FC4701-10BB-470D-BC1A-FAA02BA1865F}" dt="2026-05-08T05:44:44.935" v="2906" actId="1035"/>
          <ac:picMkLst>
            <pc:docMk/>
            <pc:sldMk cId="2473501270" sldId="7955"/>
            <ac:picMk id="11" creationId="{82A93CFA-6054-4FFD-A885-1475D7638858}"/>
          </ac:picMkLst>
        </pc:picChg>
        <pc:picChg chg="del">
          <ac:chgData name="Paul Daniel Dass Dhanapal" userId="a3b2459a-4399-4c16-b045-c17fbe6bd25c" providerId="ADAL" clId="{98FC4701-10BB-470D-BC1A-FAA02BA1865F}" dt="2026-05-07T17:35:31.921" v="2338" actId="478"/>
          <ac:picMkLst>
            <pc:docMk/>
            <pc:sldMk cId="2473501270" sldId="7955"/>
            <ac:picMk id="15" creationId="{67D7C71F-5167-6A13-6F95-6021AE4CD15A}"/>
          </ac:picMkLst>
        </pc:picChg>
        <pc:picChg chg="add del mod modCrop">
          <ac:chgData name="Paul Daniel Dass Dhanapal" userId="a3b2459a-4399-4c16-b045-c17fbe6bd25c" providerId="ADAL" clId="{98FC4701-10BB-470D-BC1A-FAA02BA1865F}" dt="2026-05-08T06:22:39.403" v="3137" actId="478"/>
          <ac:picMkLst>
            <pc:docMk/>
            <pc:sldMk cId="2473501270" sldId="7955"/>
            <ac:picMk id="19" creationId="{3960448D-B7F4-40E7-99D7-82180EEFCD45}"/>
          </ac:picMkLst>
        </pc:picChg>
        <pc:picChg chg="add mod modCrop">
          <ac:chgData name="Paul Daniel Dass Dhanapal" userId="a3b2459a-4399-4c16-b045-c17fbe6bd25c" providerId="ADAL" clId="{98FC4701-10BB-470D-BC1A-FAA02BA1865F}" dt="2026-05-08T06:29:54.135" v="3277" actId="1076"/>
          <ac:picMkLst>
            <pc:docMk/>
            <pc:sldMk cId="2473501270" sldId="7955"/>
            <ac:picMk id="21" creationId="{28CEF24E-6CB5-46DE-A8B8-749278BFDC93}"/>
          </ac:picMkLst>
        </pc:picChg>
        <pc:picChg chg="add mod modCrop">
          <ac:chgData name="Paul Daniel Dass Dhanapal" userId="a3b2459a-4399-4c16-b045-c17fbe6bd25c" providerId="ADAL" clId="{98FC4701-10BB-470D-BC1A-FAA02BA1865F}" dt="2026-05-08T06:31:20.211" v="3305" actId="208"/>
          <ac:picMkLst>
            <pc:docMk/>
            <pc:sldMk cId="2473501270" sldId="7955"/>
            <ac:picMk id="28" creationId="{BF639616-6F6D-4875-8484-5CE841F506E8}"/>
          </ac:picMkLst>
        </pc:picChg>
        <pc:picChg chg="add mod modCrop">
          <ac:chgData name="Paul Daniel Dass Dhanapal" userId="a3b2459a-4399-4c16-b045-c17fbe6bd25c" providerId="ADAL" clId="{98FC4701-10BB-470D-BC1A-FAA02BA1865F}" dt="2026-05-08T06:31:20.211" v="3305" actId="208"/>
          <ac:picMkLst>
            <pc:docMk/>
            <pc:sldMk cId="2473501270" sldId="7955"/>
            <ac:picMk id="29" creationId="{657E1A38-EF60-4228-88D7-21C46270CF2A}"/>
          </ac:picMkLst>
        </pc:picChg>
      </pc:sldChg>
      <pc:sldChg chg="add del">
        <pc:chgData name="Paul Daniel Dass Dhanapal" userId="a3b2459a-4399-4c16-b045-c17fbe6bd25c" providerId="ADAL" clId="{98FC4701-10BB-470D-BC1A-FAA02BA1865F}" dt="2026-05-07T17:05:48.028" v="2023"/>
        <pc:sldMkLst>
          <pc:docMk/>
          <pc:sldMk cId="3052796479" sldId="7955"/>
        </pc:sldMkLst>
      </pc:sldChg>
      <pc:sldChg chg="add del">
        <pc:chgData name="Paul Daniel Dass Dhanapal" userId="a3b2459a-4399-4c16-b045-c17fbe6bd25c" providerId="ADAL" clId="{98FC4701-10BB-470D-BC1A-FAA02BA1865F}" dt="2026-05-07T17:35:05.121" v="2335"/>
        <pc:sldMkLst>
          <pc:docMk/>
          <pc:sldMk cId="3136647154" sldId="7955"/>
        </pc:sldMkLst>
      </pc:sldChg>
      <pc:sldChg chg="addSp delSp modSp add mod">
        <pc:chgData name="Paul Daniel Dass Dhanapal" userId="a3b2459a-4399-4c16-b045-c17fbe6bd25c" providerId="ADAL" clId="{98FC4701-10BB-470D-BC1A-FAA02BA1865F}" dt="2026-05-08T11:32:55.689" v="3581"/>
        <pc:sldMkLst>
          <pc:docMk/>
          <pc:sldMk cId="2288560091" sldId="7966"/>
        </pc:sldMkLst>
        <pc:spChg chg="add mod">
          <ac:chgData name="Paul Daniel Dass Dhanapal" userId="a3b2459a-4399-4c16-b045-c17fbe6bd25c" providerId="ADAL" clId="{98FC4701-10BB-470D-BC1A-FAA02BA1865F}" dt="2026-05-07T17:48:40.257" v="2499"/>
          <ac:spMkLst>
            <pc:docMk/>
            <pc:sldMk cId="2288560091" sldId="7966"/>
            <ac:spMk id="3" creationId="{7F0F988E-C70F-AE12-E3FD-05A88D6DE633}"/>
          </ac:spMkLst>
        </pc:spChg>
        <pc:spChg chg="add mod">
          <ac:chgData name="Paul Daniel Dass Dhanapal" userId="a3b2459a-4399-4c16-b045-c17fbe6bd25c" providerId="ADAL" clId="{98FC4701-10BB-470D-BC1A-FAA02BA1865F}" dt="2026-05-08T11:32:55.689" v="3581"/>
          <ac:spMkLst>
            <pc:docMk/>
            <pc:sldMk cId="2288560091" sldId="7966"/>
            <ac:spMk id="4" creationId="{C4B5AD33-D921-FCE0-AE22-47BC5B86D0D9}"/>
          </ac:spMkLst>
        </pc:spChg>
        <pc:spChg chg="del">
          <ac:chgData name="Paul Daniel Dass Dhanapal" userId="a3b2459a-4399-4c16-b045-c17fbe6bd25c" providerId="ADAL" clId="{98FC4701-10BB-470D-BC1A-FAA02BA1865F}" dt="2026-05-07T17:48:48.241" v="2500" actId="478"/>
          <ac:spMkLst>
            <pc:docMk/>
            <pc:sldMk cId="2288560091" sldId="7966"/>
            <ac:spMk id="5" creationId="{E3BCA019-A451-9D47-288F-DC92042E160B}"/>
          </ac:spMkLst>
        </pc:spChg>
        <pc:spChg chg="mod">
          <ac:chgData name="Paul Daniel Dass Dhanapal" userId="a3b2459a-4399-4c16-b045-c17fbe6bd25c" providerId="ADAL" clId="{98FC4701-10BB-470D-BC1A-FAA02BA1865F}" dt="2026-05-07T17:47:32.059" v="2490"/>
          <ac:spMkLst>
            <pc:docMk/>
            <pc:sldMk cId="2288560091" sldId="7966"/>
            <ac:spMk id="6" creationId="{E66BAE92-FD7C-9C4D-91B2-90E92805F943}"/>
          </ac:spMkLst>
        </pc:spChg>
        <pc:spChg chg="mod">
          <ac:chgData name="Paul Daniel Dass Dhanapal" userId="a3b2459a-4399-4c16-b045-c17fbe6bd25c" providerId="ADAL" clId="{98FC4701-10BB-470D-BC1A-FAA02BA1865F}" dt="2026-05-07T17:49:49.933" v="2506"/>
          <ac:spMkLst>
            <pc:docMk/>
            <pc:sldMk cId="2288560091" sldId="7966"/>
            <ac:spMk id="7" creationId="{E7CF8E21-468C-D072-285C-C4F02E7D26B3}"/>
          </ac:spMkLst>
        </pc:spChg>
        <pc:spChg chg="del">
          <ac:chgData name="Paul Daniel Dass Dhanapal" userId="a3b2459a-4399-4c16-b045-c17fbe6bd25c" providerId="ADAL" clId="{98FC4701-10BB-470D-BC1A-FAA02BA1865F}" dt="2026-05-07T17:50:02.970" v="2508" actId="478"/>
          <ac:spMkLst>
            <pc:docMk/>
            <pc:sldMk cId="2288560091" sldId="7966"/>
            <ac:spMk id="8" creationId="{F55A3ADC-E39D-29F0-1C79-446BE1C48874}"/>
          </ac:spMkLst>
        </pc:spChg>
        <pc:spChg chg="add mod">
          <ac:chgData name="Paul Daniel Dass Dhanapal" userId="a3b2459a-4399-4c16-b045-c17fbe6bd25c" providerId="ADAL" clId="{98FC4701-10BB-470D-BC1A-FAA02BA1865F}" dt="2026-05-07T17:48:55.584" v="2501"/>
          <ac:spMkLst>
            <pc:docMk/>
            <pc:sldMk cId="2288560091" sldId="7966"/>
            <ac:spMk id="11" creationId="{92F54659-B1DA-2D61-FCE8-688FBC85B9BC}"/>
          </ac:spMkLst>
        </pc:spChg>
        <pc:spChg chg="add mod">
          <ac:chgData name="Paul Daniel Dass Dhanapal" userId="a3b2459a-4399-4c16-b045-c17fbe6bd25c" providerId="ADAL" clId="{98FC4701-10BB-470D-BC1A-FAA02BA1865F}" dt="2026-05-07T17:56:36.244" v="2597" actId="1076"/>
          <ac:spMkLst>
            <pc:docMk/>
            <pc:sldMk cId="2288560091" sldId="7966"/>
            <ac:spMk id="13" creationId="{7508DBA1-9367-6EEC-C3F3-FEDF81FD9568}"/>
          </ac:spMkLst>
        </pc:spChg>
        <pc:spChg chg="add del mod">
          <ac:chgData name="Paul Daniel Dass Dhanapal" userId="a3b2459a-4399-4c16-b045-c17fbe6bd25c" providerId="ADAL" clId="{98FC4701-10BB-470D-BC1A-FAA02BA1865F}" dt="2026-05-08T05:49:01.793" v="2945" actId="478"/>
          <ac:spMkLst>
            <pc:docMk/>
            <pc:sldMk cId="2288560091" sldId="7966"/>
            <ac:spMk id="15" creationId="{245169DD-C075-01C1-4517-9414DF3E546B}"/>
          </ac:spMkLst>
        </pc:spChg>
        <pc:spChg chg="del mod">
          <ac:chgData name="Paul Daniel Dass Dhanapal" userId="a3b2459a-4399-4c16-b045-c17fbe6bd25c" providerId="ADAL" clId="{98FC4701-10BB-470D-BC1A-FAA02BA1865F}" dt="2026-05-08T05:48:41.748" v="2943" actId="478"/>
          <ac:spMkLst>
            <pc:docMk/>
            <pc:sldMk cId="2288560091" sldId="7966"/>
            <ac:spMk id="22" creationId="{4AAD1FCA-DA9D-8E40-BA85-07205EF9368F}"/>
          </ac:spMkLst>
        </pc:spChg>
        <pc:spChg chg="del">
          <ac:chgData name="Paul Daniel Dass Dhanapal" userId="a3b2459a-4399-4c16-b045-c17fbe6bd25c" providerId="ADAL" clId="{98FC4701-10BB-470D-BC1A-FAA02BA1865F}" dt="2026-05-08T11:32:15.511" v="3568" actId="478"/>
          <ac:spMkLst>
            <pc:docMk/>
            <pc:sldMk cId="2288560091" sldId="7966"/>
            <ac:spMk id="23" creationId="{6CAA72D6-4BD8-33AF-B084-0D67F7536FF5}"/>
          </ac:spMkLst>
        </pc:spChg>
        <pc:graphicFrameChg chg="mod modGraphic">
          <ac:chgData name="Paul Daniel Dass Dhanapal" userId="a3b2459a-4399-4c16-b045-c17fbe6bd25c" providerId="ADAL" clId="{98FC4701-10BB-470D-BC1A-FAA02BA1865F}" dt="2026-05-08T11:31:20.217" v="3558"/>
          <ac:graphicFrameMkLst>
            <pc:docMk/>
            <pc:sldMk cId="2288560091" sldId="7966"/>
            <ac:graphicFrameMk id="2" creationId="{0C38F4D9-F9D6-D816-D3C2-94E52F47CC6E}"/>
          </ac:graphicFrameMkLst>
        </pc:graphicFrameChg>
        <pc:picChg chg="del">
          <ac:chgData name="Paul Daniel Dass Dhanapal" userId="a3b2459a-4399-4c16-b045-c17fbe6bd25c" providerId="ADAL" clId="{98FC4701-10BB-470D-BC1A-FAA02BA1865F}" dt="2026-05-07T17:50:02.970" v="2508" actId="478"/>
          <ac:picMkLst>
            <pc:docMk/>
            <pc:sldMk cId="2288560091" sldId="7966"/>
            <ac:picMk id="4" creationId="{4484CA55-60BE-8DE4-F000-AA0748351948}"/>
          </ac:picMkLst>
        </pc:picChg>
        <pc:picChg chg="add mod">
          <ac:chgData name="Paul Daniel Dass Dhanapal" userId="a3b2459a-4399-4c16-b045-c17fbe6bd25c" providerId="ADAL" clId="{98FC4701-10BB-470D-BC1A-FAA02BA1865F}" dt="2026-05-07T17:48:40.257" v="2499"/>
          <ac:picMkLst>
            <pc:docMk/>
            <pc:sldMk cId="2288560091" sldId="7966"/>
            <ac:picMk id="9" creationId="{AE1649BC-2D16-7B40-CCA8-075E3E921C75}"/>
          </ac:picMkLst>
        </pc:picChg>
        <pc:picChg chg="mod">
          <ac:chgData name="Paul Daniel Dass Dhanapal" userId="a3b2459a-4399-4c16-b045-c17fbe6bd25c" providerId="ADAL" clId="{98FC4701-10BB-470D-BC1A-FAA02BA1865F}" dt="2026-05-08T05:46:43.123" v="2934" actId="1076"/>
          <ac:picMkLst>
            <pc:docMk/>
            <pc:sldMk cId="2288560091" sldId="7966"/>
            <ac:picMk id="10" creationId="{A7228961-30F5-58E7-9F2E-93544D167EE4}"/>
          </ac:picMkLst>
        </pc:picChg>
        <pc:picChg chg="add mod">
          <ac:chgData name="Paul Daniel Dass Dhanapal" userId="a3b2459a-4399-4c16-b045-c17fbe6bd25c" providerId="ADAL" clId="{98FC4701-10BB-470D-BC1A-FAA02BA1865F}" dt="2026-05-07T17:56:36.244" v="2597" actId="1076"/>
          <ac:picMkLst>
            <pc:docMk/>
            <pc:sldMk cId="2288560091" sldId="7966"/>
            <ac:picMk id="12" creationId="{6244E215-ADE3-7E7A-8C4F-2950E21379E4}"/>
          </ac:picMkLst>
        </pc:picChg>
        <pc:picChg chg="add del mod">
          <ac:chgData name="Paul Daniel Dass Dhanapal" userId="a3b2459a-4399-4c16-b045-c17fbe6bd25c" providerId="ADAL" clId="{98FC4701-10BB-470D-BC1A-FAA02BA1865F}" dt="2026-05-08T05:49:01.793" v="2945" actId="478"/>
          <ac:picMkLst>
            <pc:docMk/>
            <pc:sldMk cId="2288560091" sldId="7966"/>
            <ac:picMk id="14" creationId="{709E8BFF-0570-69AA-DEB0-9AC052F5840D}"/>
          </ac:picMkLst>
        </pc:picChg>
        <pc:picChg chg="add del">
          <ac:chgData name="Paul Daniel Dass Dhanapal" userId="a3b2459a-4399-4c16-b045-c17fbe6bd25c" providerId="ADAL" clId="{98FC4701-10BB-470D-BC1A-FAA02BA1865F}" dt="2026-05-08T06:40:46.457" v="3342" actId="21"/>
          <ac:picMkLst>
            <pc:docMk/>
            <pc:sldMk cId="2288560091" sldId="7966"/>
            <ac:picMk id="17" creationId="{B834109F-D2E1-17C4-0329-7D0781638B27}"/>
          </ac:picMkLst>
        </pc:picChg>
      </pc:sldChg>
      <pc:sldChg chg="addSp delSp modSp add mod">
        <pc:chgData name="Paul Daniel Dass Dhanapal" userId="a3b2459a-4399-4c16-b045-c17fbe6bd25c" providerId="ADAL" clId="{98FC4701-10BB-470D-BC1A-FAA02BA1865F}" dt="2026-05-08T11:32:57.682" v="3582"/>
        <pc:sldMkLst>
          <pc:docMk/>
          <pc:sldMk cId="2982282159" sldId="7967"/>
        </pc:sldMkLst>
        <pc:spChg chg="add del mod">
          <ac:chgData name="Paul Daniel Dass Dhanapal" userId="a3b2459a-4399-4c16-b045-c17fbe6bd25c" providerId="ADAL" clId="{98FC4701-10BB-470D-BC1A-FAA02BA1865F}" dt="2026-05-08T06:37:35.433" v="3340" actId="478"/>
          <ac:spMkLst>
            <pc:docMk/>
            <pc:sldMk cId="2982282159" sldId="7967"/>
            <ac:spMk id="5" creationId="{4910FEAF-3588-B5C0-9858-DD5885EED67E}"/>
          </ac:spMkLst>
        </pc:spChg>
        <pc:spChg chg="add mod">
          <ac:chgData name="Paul Daniel Dass Dhanapal" userId="a3b2459a-4399-4c16-b045-c17fbe6bd25c" providerId="ADAL" clId="{98FC4701-10BB-470D-BC1A-FAA02BA1865F}" dt="2026-05-08T11:32:57.682" v="3582"/>
          <ac:spMkLst>
            <pc:docMk/>
            <pc:sldMk cId="2982282159" sldId="7967"/>
            <ac:spMk id="8" creationId="{8186C9AC-D84F-E132-BC61-1141485F5E13}"/>
          </ac:spMkLst>
        </pc:spChg>
        <pc:spChg chg="add mod">
          <ac:chgData name="Paul Daniel Dass Dhanapal" userId="a3b2459a-4399-4c16-b045-c17fbe6bd25c" providerId="ADAL" clId="{98FC4701-10BB-470D-BC1A-FAA02BA1865F}" dt="2026-05-08T06:37:28.514" v="3338"/>
          <ac:spMkLst>
            <pc:docMk/>
            <pc:sldMk cId="2982282159" sldId="7967"/>
            <ac:spMk id="13" creationId="{4674E07B-407C-A696-A0D0-1C89E340C489}"/>
          </ac:spMkLst>
        </pc:spChg>
        <pc:spChg chg="del">
          <ac:chgData name="Paul Daniel Dass Dhanapal" userId="a3b2459a-4399-4c16-b045-c17fbe6bd25c" providerId="ADAL" clId="{98FC4701-10BB-470D-BC1A-FAA02BA1865F}" dt="2026-05-08T05:49:10.360" v="2946" actId="478"/>
          <ac:spMkLst>
            <pc:docMk/>
            <pc:sldMk cId="2982282159" sldId="7967"/>
            <ac:spMk id="15" creationId="{59161119-D0E4-9EBA-2044-3F8CB5D167EE}"/>
          </ac:spMkLst>
        </pc:spChg>
        <pc:spChg chg="del">
          <ac:chgData name="Paul Daniel Dass Dhanapal" userId="a3b2459a-4399-4c16-b045-c17fbe6bd25c" providerId="ADAL" clId="{98FC4701-10BB-470D-BC1A-FAA02BA1865F}" dt="2026-05-08T05:47:54.031" v="2942" actId="478"/>
          <ac:spMkLst>
            <pc:docMk/>
            <pc:sldMk cId="2982282159" sldId="7967"/>
            <ac:spMk id="22" creationId="{6CC3BDB3-B612-FD6B-A270-60226EC9D30C}"/>
          </ac:spMkLst>
        </pc:spChg>
        <pc:spChg chg="del">
          <ac:chgData name="Paul Daniel Dass Dhanapal" userId="a3b2459a-4399-4c16-b045-c17fbe6bd25c" providerId="ADAL" clId="{98FC4701-10BB-470D-BC1A-FAA02BA1865F}" dt="2026-05-08T11:32:18.440" v="3569" actId="478"/>
          <ac:spMkLst>
            <pc:docMk/>
            <pc:sldMk cId="2982282159" sldId="7967"/>
            <ac:spMk id="23" creationId="{5CD8CDD4-452D-66C6-BC13-FCBB0EA23040}"/>
          </ac:spMkLst>
        </pc:spChg>
        <pc:graphicFrameChg chg="mod">
          <ac:chgData name="Paul Daniel Dass Dhanapal" userId="a3b2459a-4399-4c16-b045-c17fbe6bd25c" providerId="ADAL" clId="{98FC4701-10BB-470D-BC1A-FAA02BA1865F}" dt="2026-05-08T11:31:23.865" v="3559"/>
          <ac:graphicFrameMkLst>
            <pc:docMk/>
            <pc:sldMk cId="2982282159" sldId="7967"/>
            <ac:graphicFrameMk id="2" creationId="{CBD55F8E-E754-DAA1-3F99-ECB5834BEF5D}"/>
          </ac:graphicFrameMkLst>
        </pc:graphicFrameChg>
        <pc:picChg chg="add mod">
          <ac:chgData name="Paul Daniel Dass Dhanapal" userId="a3b2459a-4399-4c16-b045-c17fbe6bd25c" providerId="ADAL" clId="{98FC4701-10BB-470D-BC1A-FAA02BA1865F}" dt="2026-05-08T05:49:50.410" v="2950" actId="14100"/>
          <ac:picMkLst>
            <pc:docMk/>
            <pc:sldMk cId="2982282159" sldId="7967"/>
            <ac:picMk id="4" creationId="{0C75B76D-1BB5-8BE1-C473-D3C4DDE73136}"/>
          </ac:picMkLst>
        </pc:picChg>
        <pc:picChg chg="del">
          <ac:chgData name="Paul Daniel Dass Dhanapal" userId="a3b2459a-4399-4c16-b045-c17fbe6bd25c" providerId="ADAL" clId="{98FC4701-10BB-470D-BC1A-FAA02BA1865F}" dt="2026-05-08T05:49:10.360" v="2946" actId="478"/>
          <ac:picMkLst>
            <pc:docMk/>
            <pc:sldMk cId="2982282159" sldId="7967"/>
            <ac:picMk id="14" creationId="{B6A98B6F-0374-843A-A1CC-A8C2614FD62D}"/>
          </ac:picMkLst>
        </pc:picChg>
        <pc:picChg chg="add mod">
          <ac:chgData name="Paul Daniel Dass Dhanapal" userId="a3b2459a-4399-4c16-b045-c17fbe6bd25c" providerId="ADAL" clId="{98FC4701-10BB-470D-BC1A-FAA02BA1865F}" dt="2026-05-08T06:37:28.514" v="3338"/>
          <ac:picMkLst>
            <pc:docMk/>
            <pc:sldMk cId="2982282159" sldId="7967"/>
            <ac:picMk id="16" creationId="{E46BA31F-61D5-13F4-8F1D-D2EEB7FB434A}"/>
          </ac:picMkLst>
        </pc:picChg>
        <pc:cxnChg chg="add mod">
          <ac:chgData name="Paul Daniel Dass Dhanapal" userId="a3b2459a-4399-4c16-b045-c17fbe6bd25c" providerId="ADAL" clId="{98FC4701-10BB-470D-BC1A-FAA02BA1865F}" dt="2026-05-08T06:37:28.514" v="3338"/>
          <ac:cxnSpMkLst>
            <pc:docMk/>
            <pc:sldMk cId="2982282159" sldId="7967"/>
            <ac:cxnSpMk id="8" creationId="{31AE8095-EE79-C323-395D-1E4D3340CCFF}"/>
          </ac:cxnSpMkLst>
        </pc:cxnChg>
        <pc:cxnChg chg="add mod">
          <ac:chgData name="Paul Daniel Dass Dhanapal" userId="a3b2459a-4399-4c16-b045-c17fbe6bd25c" providerId="ADAL" clId="{98FC4701-10BB-470D-BC1A-FAA02BA1865F}" dt="2026-05-08T06:37:28.514" v="3338"/>
          <ac:cxnSpMkLst>
            <pc:docMk/>
            <pc:sldMk cId="2982282159" sldId="7967"/>
            <ac:cxnSpMk id="12" creationId="{7BECB654-B669-48B5-C571-7AC56889F073}"/>
          </ac:cxnSpMkLst>
        </pc:cxnChg>
      </pc:sldChg>
      <pc:sldChg chg="addSp delSp modSp add mod">
        <pc:chgData name="Paul Daniel Dass Dhanapal" userId="a3b2459a-4399-4c16-b045-c17fbe6bd25c" providerId="ADAL" clId="{98FC4701-10BB-470D-BC1A-FAA02BA1865F}" dt="2026-05-08T11:33:00.033" v="3583"/>
        <pc:sldMkLst>
          <pc:docMk/>
          <pc:sldMk cId="670606783" sldId="7968"/>
        </pc:sldMkLst>
        <pc:spChg chg="add mod">
          <ac:chgData name="Paul Daniel Dass Dhanapal" userId="a3b2459a-4399-4c16-b045-c17fbe6bd25c" providerId="ADAL" clId="{98FC4701-10BB-470D-BC1A-FAA02BA1865F}" dt="2026-05-08T11:33:00.033" v="3583"/>
          <ac:spMkLst>
            <pc:docMk/>
            <pc:sldMk cId="670606783" sldId="7968"/>
            <ac:spMk id="4" creationId="{0F8F8F57-801A-6D8E-AA8D-AF7072DE14A0}"/>
          </ac:spMkLst>
        </pc:spChg>
        <pc:spChg chg="del">
          <ac:chgData name="Paul Daniel Dass Dhanapal" userId="a3b2459a-4399-4c16-b045-c17fbe6bd25c" providerId="ADAL" clId="{98FC4701-10BB-470D-BC1A-FAA02BA1865F}" dt="2026-05-08T05:50:44.731" v="2963" actId="478"/>
          <ac:spMkLst>
            <pc:docMk/>
            <pc:sldMk cId="670606783" sldId="7968"/>
            <ac:spMk id="5" creationId="{2EC7FAEF-3E8B-FEF8-C50C-3F27EDAABD20}"/>
          </ac:spMkLst>
        </pc:spChg>
        <pc:spChg chg="add mod">
          <ac:chgData name="Paul Daniel Dass Dhanapal" userId="a3b2459a-4399-4c16-b045-c17fbe6bd25c" providerId="ADAL" clId="{98FC4701-10BB-470D-BC1A-FAA02BA1865F}" dt="2026-05-08T05:51:23.567" v="2971" actId="14100"/>
          <ac:spMkLst>
            <pc:docMk/>
            <pc:sldMk cId="670606783" sldId="7968"/>
            <ac:spMk id="14" creationId="{ADD14789-D334-B185-1D6F-1A7C6AEFEB4E}"/>
          </ac:spMkLst>
        </pc:spChg>
        <pc:spChg chg="del">
          <ac:chgData name="Paul Daniel Dass Dhanapal" userId="a3b2459a-4399-4c16-b045-c17fbe6bd25c" providerId="ADAL" clId="{98FC4701-10BB-470D-BC1A-FAA02BA1865F}" dt="2026-05-08T11:32:21.162" v="3570" actId="478"/>
          <ac:spMkLst>
            <pc:docMk/>
            <pc:sldMk cId="670606783" sldId="7968"/>
            <ac:spMk id="23" creationId="{3E6A0E85-1841-D263-61DE-22F481561F28}"/>
          </ac:spMkLst>
        </pc:spChg>
        <pc:graphicFrameChg chg="mod modGraphic">
          <ac:chgData name="Paul Daniel Dass Dhanapal" userId="a3b2459a-4399-4c16-b045-c17fbe6bd25c" providerId="ADAL" clId="{98FC4701-10BB-470D-BC1A-FAA02BA1865F}" dt="2026-05-08T11:31:27.617" v="3560"/>
          <ac:graphicFrameMkLst>
            <pc:docMk/>
            <pc:sldMk cId="670606783" sldId="7968"/>
            <ac:graphicFrameMk id="2" creationId="{69301D47-CF53-DE38-5708-D21206F4E552}"/>
          </ac:graphicFrameMkLst>
        </pc:graphicFrameChg>
        <pc:picChg chg="del">
          <ac:chgData name="Paul Daniel Dass Dhanapal" userId="a3b2459a-4399-4c16-b045-c17fbe6bd25c" providerId="ADAL" clId="{98FC4701-10BB-470D-BC1A-FAA02BA1865F}" dt="2026-05-08T05:50:44.731" v="2963" actId="478"/>
          <ac:picMkLst>
            <pc:docMk/>
            <pc:sldMk cId="670606783" sldId="7968"/>
            <ac:picMk id="4" creationId="{B3786C4D-53B5-96CB-405D-F1C1D53D06AB}"/>
          </ac:picMkLst>
        </pc:picChg>
        <pc:picChg chg="add mod">
          <ac:chgData name="Paul Daniel Dass Dhanapal" userId="a3b2459a-4399-4c16-b045-c17fbe6bd25c" providerId="ADAL" clId="{98FC4701-10BB-470D-BC1A-FAA02BA1865F}" dt="2026-05-08T05:51:12.746" v="2969" actId="14100"/>
          <ac:picMkLst>
            <pc:docMk/>
            <pc:sldMk cId="670606783" sldId="7968"/>
            <ac:picMk id="8" creationId="{E44D23B0-75D4-8C2C-2A6D-DC40388078BB}"/>
          </ac:picMkLst>
        </pc:picChg>
        <pc:picChg chg="add mod">
          <ac:chgData name="Paul Daniel Dass Dhanapal" userId="a3b2459a-4399-4c16-b045-c17fbe6bd25c" providerId="ADAL" clId="{98FC4701-10BB-470D-BC1A-FAA02BA1865F}" dt="2026-05-08T05:53:52.167" v="3000" actId="14100"/>
          <ac:picMkLst>
            <pc:docMk/>
            <pc:sldMk cId="670606783" sldId="7968"/>
            <ac:picMk id="15" creationId="{C5E8FCD7-ECDC-B6A3-E077-37750CF49014}"/>
          </ac:picMkLst>
        </pc:picChg>
        <pc:cxnChg chg="add mod">
          <ac:chgData name="Paul Daniel Dass Dhanapal" userId="a3b2459a-4399-4c16-b045-c17fbe6bd25c" providerId="ADAL" clId="{98FC4701-10BB-470D-BC1A-FAA02BA1865F}" dt="2026-05-08T05:53:52.167" v="3000" actId="14100"/>
          <ac:cxnSpMkLst>
            <pc:docMk/>
            <pc:sldMk cId="670606783" sldId="7968"/>
            <ac:cxnSpMk id="12" creationId="{80CB0166-864E-D343-0068-7649CE325A72}"/>
          </ac:cxnSpMkLst>
        </pc:cxnChg>
        <pc:cxnChg chg="add mod">
          <ac:chgData name="Paul Daniel Dass Dhanapal" userId="a3b2459a-4399-4c16-b045-c17fbe6bd25c" providerId="ADAL" clId="{98FC4701-10BB-470D-BC1A-FAA02BA1865F}" dt="2026-05-08T05:53:52.167" v="3000" actId="14100"/>
          <ac:cxnSpMkLst>
            <pc:docMk/>
            <pc:sldMk cId="670606783" sldId="7968"/>
            <ac:cxnSpMk id="13" creationId="{E99056CC-00DC-66BE-4DDE-BBFD4C234F11}"/>
          </ac:cxnSpMkLst>
        </pc:cxnChg>
      </pc:sldChg>
      <pc:sldChg chg="addSp delSp modSp add mod">
        <pc:chgData name="Paul Daniel Dass Dhanapal" userId="a3b2459a-4399-4c16-b045-c17fbe6bd25c" providerId="ADAL" clId="{98FC4701-10BB-470D-BC1A-FAA02BA1865F}" dt="2026-05-08T11:33:02.152" v="3584"/>
        <pc:sldMkLst>
          <pc:docMk/>
          <pc:sldMk cId="3736631861" sldId="7969"/>
        </pc:sldMkLst>
        <pc:spChg chg="add mod">
          <ac:chgData name="Paul Daniel Dass Dhanapal" userId="a3b2459a-4399-4c16-b045-c17fbe6bd25c" providerId="ADAL" clId="{98FC4701-10BB-470D-BC1A-FAA02BA1865F}" dt="2026-05-08T05:53:29.871" v="2995" actId="1076"/>
          <ac:spMkLst>
            <pc:docMk/>
            <pc:sldMk cId="3736631861" sldId="7969"/>
            <ac:spMk id="5" creationId="{AFA12714-1DE1-8A7C-8772-A6CFC6F09E70}"/>
          </ac:spMkLst>
        </pc:spChg>
        <pc:spChg chg="add mod">
          <ac:chgData name="Paul Daniel Dass Dhanapal" userId="a3b2459a-4399-4c16-b045-c17fbe6bd25c" providerId="ADAL" clId="{98FC4701-10BB-470D-BC1A-FAA02BA1865F}" dt="2026-05-08T11:33:02.152" v="3584"/>
          <ac:spMkLst>
            <pc:docMk/>
            <pc:sldMk cId="3736631861" sldId="7969"/>
            <ac:spMk id="8" creationId="{9D1B82AD-03F2-01D2-D529-010A69CD812A}"/>
          </ac:spMkLst>
        </pc:spChg>
        <pc:spChg chg="del">
          <ac:chgData name="Paul Daniel Dass Dhanapal" userId="a3b2459a-4399-4c16-b045-c17fbe6bd25c" providerId="ADAL" clId="{98FC4701-10BB-470D-BC1A-FAA02BA1865F}" dt="2026-05-08T05:52:09.988" v="2976" actId="478"/>
          <ac:spMkLst>
            <pc:docMk/>
            <pc:sldMk cId="3736631861" sldId="7969"/>
            <ac:spMk id="14" creationId="{0AF32A74-D59A-8E1F-7B3B-FE6A5D00390C}"/>
          </ac:spMkLst>
        </pc:spChg>
        <pc:spChg chg="del">
          <ac:chgData name="Paul Daniel Dass Dhanapal" userId="a3b2459a-4399-4c16-b045-c17fbe6bd25c" providerId="ADAL" clId="{98FC4701-10BB-470D-BC1A-FAA02BA1865F}" dt="2026-05-08T11:32:23.586" v="3571" actId="478"/>
          <ac:spMkLst>
            <pc:docMk/>
            <pc:sldMk cId="3736631861" sldId="7969"/>
            <ac:spMk id="23" creationId="{955554D1-2D9C-3966-3F7B-2BDFD6C2486B}"/>
          </ac:spMkLst>
        </pc:spChg>
        <pc:graphicFrameChg chg="mod">
          <ac:chgData name="Paul Daniel Dass Dhanapal" userId="a3b2459a-4399-4c16-b045-c17fbe6bd25c" providerId="ADAL" clId="{98FC4701-10BB-470D-BC1A-FAA02BA1865F}" dt="2026-05-08T11:31:31.254" v="3561"/>
          <ac:graphicFrameMkLst>
            <pc:docMk/>
            <pc:sldMk cId="3736631861" sldId="7969"/>
            <ac:graphicFrameMk id="2" creationId="{B450A4EF-0377-7D92-4CFA-FE6D7EC02157}"/>
          </ac:graphicFrameMkLst>
        </pc:graphicFrameChg>
        <pc:picChg chg="add mod">
          <ac:chgData name="Paul Daniel Dass Dhanapal" userId="a3b2459a-4399-4c16-b045-c17fbe6bd25c" providerId="ADAL" clId="{98FC4701-10BB-470D-BC1A-FAA02BA1865F}" dt="2026-05-08T05:52:27.754" v="2980" actId="14100"/>
          <ac:picMkLst>
            <pc:docMk/>
            <pc:sldMk cId="3736631861" sldId="7969"/>
            <ac:picMk id="4" creationId="{7F1CEBBD-1F6A-214F-03CF-A89552F2F1DC}"/>
          </ac:picMkLst>
        </pc:picChg>
        <pc:picChg chg="del">
          <ac:chgData name="Paul Daniel Dass Dhanapal" userId="a3b2459a-4399-4c16-b045-c17fbe6bd25c" providerId="ADAL" clId="{98FC4701-10BB-470D-BC1A-FAA02BA1865F}" dt="2026-05-08T05:52:09.988" v="2976" actId="478"/>
          <ac:picMkLst>
            <pc:docMk/>
            <pc:sldMk cId="3736631861" sldId="7969"/>
            <ac:picMk id="8" creationId="{FFB864BB-B9C5-9F08-123F-48EC404DAA85}"/>
          </ac:picMkLst>
        </pc:picChg>
        <pc:picChg chg="del">
          <ac:chgData name="Paul Daniel Dass Dhanapal" userId="a3b2459a-4399-4c16-b045-c17fbe6bd25c" providerId="ADAL" clId="{98FC4701-10BB-470D-BC1A-FAA02BA1865F}" dt="2026-05-08T05:52:09.988" v="2976" actId="478"/>
          <ac:picMkLst>
            <pc:docMk/>
            <pc:sldMk cId="3736631861" sldId="7969"/>
            <ac:picMk id="15" creationId="{27BC16AA-8564-836E-063B-CB1F657AF1D7}"/>
          </ac:picMkLst>
        </pc:picChg>
        <pc:picChg chg="add del mod">
          <ac:chgData name="Paul Daniel Dass Dhanapal" userId="a3b2459a-4399-4c16-b045-c17fbe6bd25c" providerId="ADAL" clId="{98FC4701-10BB-470D-BC1A-FAA02BA1865F}" dt="2026-05-08T05:53:07.323" v="2989" actId="478"/>
          <ac:picMkLst>
            <pc:docMk/>
            <pc:sldMk cId="3736631861" sldId="7969"/>
            <ac:picMk id="16" creationId="{74AF5CCC-DBDF-9441-9533-0628E06BCC8A}"/>
          </ac:picMkLst>
        </pc:picChg>
        <pc:picChg chg="add mod">
          <ac:chgData name="Paul Daniel Dass Dhanapal" userId="a3b2459a-4399-4c16-b045-c17fbe6bd25c" providerId="ADAL" clId="{98FC4701-10BB-470D-BC1A-FAA02BA1865F}" dt="2026-05-08T05:53:33.469" v="2996" actId="1076"/>
          <ac:picMkLst>
            <pc:docMk/>
            <pc:sldMk cId="3736631861" sldId="7969"/>
            <ac:picMk id="30" creationId="{4FE90AFF-42F7-2C1B-9E71-65F900FCCA87}"/>
          </ac:picMkLst>
        </pc:picChg>
        <pc:cxnChg chg="del mod">
          <ac:chgData name="Paul Daniel Dass Dhanapal" userId="a3b2459a-4399-4c16-b045-c17fbe6bd25c" providerId="ADAL" clId="{98FC4701-10BB-470D-BC1A-FAA02BA1865F}" dt="2026-05-08T05:52:09.988" v="2976" actId="478"/>
          <ac:cxnSpMkLst>
            <pc:docMk/>
            <pc:sldMk cId="3736631861" sldId="7969"/>
            <ac:cxnSpMk id="12" creationId="{FE409FFB-8F35-C258-C163-B66C2D1221FD}"/>
          </ac:cxnSpMkLst>
        </pc:cxnChg>
        <pc:cxnChg chg="del mod">
          <ac:chgData name="Paul Daniel Dass Dhanapal" userId="a3b2459a-4399-4c16-b045-c17fbe6bd25c" providerId="ADAL" clId="{98FC4701-10BB-470D-BC1A-FAA02BA1865F}" dt="2026-05-08T05:52:09.988" v="2976" actId="478"/>
          <ac:cxnSpMkLst>
            <pc:docMk/>
            <pc:sldMk cId="3736631861" sldId="7969"/>
            <ac:cxnSpMk id="13" creationId="{884250DF-36A6-B526-8C2D-ED9C6E5F8F33}"/>
          </ac:cxnSpMkLst>
        </pc:cxnChg>
        <pc:cxnChg chg="add mod">
          <ac:chgData name="Paul Daniel Dass Dhanapal" userId="a3b2459a-4399-4c16-b045-c17fbe6bd25c" providerId="ADAL" clId="{98FC4701-10BB-470D-BC1A-FAA02BA1865F}" dt="2026-05-08T05:53:33.469" v="2996" actId="1076"/>
          <ac:cxnSpMkLst>
            <pc:docMk/>
            <pc:sldMk cId="3736631861" sldId="7969"/>
            <ac:cxnSpMk id="17" creationId="{BC9245AA-C828-739F-9EAA-42845DBC05FA}"/>
          </ac:cxnSpMkLst>
        </pc:cxnChg>
        <pc:cxnChg chg="add mod">
          <ac:chgData name="Paul Daniel Dass Dhanapal" userId="a3b2459a-4399-4c16-b045-c17fbe6bd25c" providerId="ADAL" clId="{98FC4701-10BB-470D-BC1A-FAA02BA1865F}" dt="2026-05-08T05:53:37.903" v="2997" actId="14100"/>
          <ac:cxnSpMkLst>
            <pc:docMk/>
            <pc:sldMk cId="3736631861" sldId="7969"/>
            <ac:cxnSpMk id="19" creationId="{288E13F3-0879-B5AC-4C52-35AB434DAF34}"/>
          </ac:cxnSpMkLst>
        </pc:cxnChg>
      </pc:sldChg>
      <pc:sldChg chg="addSp delSp modSp add mod">
        <pc:chgData name="Paul Daniel Dass Dhanapal" userId="a3b2459a-4399-4c16-b045-c17fbe6bd25c" providerId="ADAL" clId="{98FC4701-10BB-470D-BC1A-FAA02BA1865F}" dt="2026-05-08T11:33:04.741" v="3585"/>
        <pc:sldMkLst>
          <pc:docMk/>
          <pc:sldMk cId="1683189923" sldId="7970"/>
        </pc:sldMkLst>
        <pc:spChg chg="add mod">
          <ac:chgData name="Paul Daniel Dass Dhanapal" userId="a3b2459a-4399-4c16-b045-c17fbe6bd25c" providerId="ADAL" clId="{98FC4701-10BB-470D-BC1A-FAA02BA1865F}" dt="2026-05-08T11:33:04.741" v="3585"/>
          <ac:spMkLst>
            <pc:docMk/>
            <pc:sldMk cId="1683189923" sldId="7970"/>
            <ac:spMk id="4" creationId="{ED080116-4FF1-DE66-C940-03A8C235BEA5}"/>
          </ac:spMkLst>
        </pc:spChg>
        <pc:spChg chg="del">
          <ac:chgData name="Paul Daniel Dass Dhanapal" userId="a3b2459a-4399-4c16-b045-c17fbe6bd25c" providerId="ADAL" clId="{98FC4701-10BB-470D-BC1A-FAA02BA1865F}" dt="2026-05-08T05:54:21.782" v="3003" actId="478"/>
          <ac:spMkLst>
            <pc:docMk/>
            <pc:sldMk cId="1683189923" sldId="7970"/>
            <ac:spMk id="5" creationId="{88B01396-C484-E074-63ED-BC4E24A43E0C}"/>
          </ac:spMkLst>
        </pc:spChg>
        <pc:spChg chg="add mod">
          <ac:chgData name="Paul Daniel Dass Dhanapal" userId="a3b2459a-4399-4c16-b045-c17fbe6bd25c" providerId="ADAL" clId="{98FC4701-10BB-470D-BC1A-FAA02BA1865F}" dt="2026-05-08T05:54:51.777" v="3010" actId="688"/>
          <ac:spMkLst>
            <pc:docMk/>
            <pc:sldMk cId="1683189923" sldId="7970"/>
            <ac:spMk id="12" creationId="{E2487C73-A06D-94DC-103D-2D8664AE7F6A}"/>
          </ac:spMkLst>
        </pc:spChg>
        <pc:spChg chg="del">
          <ac:chgData name="Paul Daniel Dass Dhanapal" userId="a3b2459a-4399-4c16-b045-c17fbe6bd25c" providerId="ADAL" clId="{98FC4701-10BB-470D-BC1A-FAA02BA1865F}" dt="2026-05-08T11:32:26.188" v="3572" actId="478"/>
          <ac:spMkLst>
            <pc:docMk/>
            <pc:sldMk cId="1683189923" sldId="7970"/>
            <ac:spMk id="23" creationId="{07E11E74-317E-7EE0-C1BC-D0A7EBB561DE}"/>
          </ac:spMkLst>
        </pc:spChg>
        <pc:graphicFrameChg chg="mod">
          <ac:chgData name="Paul Daniel Dass Dhanapal" userId="a3b2459a-4399-4c16-b045-c17fbe6bd25c" providerId="ADAL" clId="{98FC4701-10BB-470D-BC1A-FAA02BA1865F}" dt="2026-05-08T11:31:34.803" v="3562"/>
          <ac:graphicFrameMkLst>
            <pc:docMk/>
            <pc:sldMk cId="1683189923" sldId="7970"/>
            <ac:graphicFrameMk id="2" creationId="{32E8AB34-191E-CBE6-A4EA-120E789FEAEA}"/>
          </ac:graphicFrameMkLst>
        </pc:graphicFrameChg>
        <pc:picChg chg="del">
          <ac:chgData name="Paul Daniel Dass Dhanapal" userId="a3b2459a-4399-4c16-b045-c17fbe6bd25c" providerId="ADAL" clId="{98FC4701-10BB-470D-BC1A-FAA02BA1865F}" dt="2026-05-08T05:54:21.782" v="3003" actId="478"/>
          <ac:picMkLst>
            <pc:docMk/>
            <pc:sldMk cId="1683189923" sldId="7970"/>
            <ac:picMk id="4" creationId="{C056C39A-77B9-8BCE-2D39-60C7D41FE16E}"/>
          </ac:picMkLst>
        </pc:picChg>
        <pc:picChg chg="add mod">
          <ac:chgData name="Paul Daniel Dass Dhanapal" userId="a3b2459a-4399-4c16-b045-c17fbe6bd25c" providerId="ADAL" clId="{98FC4701-10BB-470D-BC1A-FAA02BA1865F}" dt="2026-05-08T05:54:56.397" v="3011" actId="208"/>
          <ac:picMkLst>
            <pc:docMk/>
            <pc:sldMk cId="1683189923" sldId="7970"/>
            <ac:picMk id="8" creationId="{34CA7872-DE4C-C671-F32D-09AB00E664F3}"/>
          </ac:picMkLst>
        </pc:picChg>
        <pc:picChg chg="del">
          <ac:chgData name="Paul Daniel Dass Dhanapal" userId="a3b2459a-4399-4c16-b045-c17fbe6bd25c" providerId="ADAL" clId="{98FC4701-10BB-470D-BC1A-FAA02BA1865F}" dt="2026-05-08T05:54:21.782" v="3003" actId="478"/>
          <ac:picMkLst>
            <pc:docMk/>
            <pc:sldMk cId="1683189923" sldId="7970"/>
            <ac:picMk id="30" creationId="{9C4A8F5E-E398-EF5C-65EF-C869E4898F9A}"/>
          </ac:picMkLst>
        </pc:picChg>
        <pc:cxnChg chg="del mod">
          <ac:chgData name="Paul Daniel Dass Dhanapal" userId="a3b2459a-4399-4c16-b045-c17fbe6bd25c" providerId="ADAL" clId="{98FC4701-10BB-470D-BC1A-FAA02BA1865F}" dt="2026-05-08T05:54:21.782" v="3003" actId="478"/>
          <ac:cxnSpMkLst>
            <pc:docMk/>
            <pc:sldMk cId="1683189923" sldId="7970"/>
            <ac:cxnSpMk id="17" creationId="{5653D851-1D66-1628-E42F-656E56D40B30}"/>
          </ac:cxnSpMkLst>
        </pc:cxnChg>
        <pc:cxnChg chg="del mod">
          <ac:chgData name="Paul Daniel Dass Dhanapal" userId="a3b2459a-4399-4c16-b045-c17fbe6bd25c" providerId="ADAL" clId="{98FC4701-10BB-470D-BC1A-FAA02BA1865F}" dt="2026-05-08T05:54:21.782" v="3003" actId="478"/>
          <ac:cxnSpMkLst>
            <pc:docMk/>
            <pc:sldMk cId="1683189923" sldId="7970"/>
            <ac:cxnSpMk id="19" creationId="{6ADEED5F-6904-9776-0686-AB319045E8F2}"/>
          </ac:cxnSpMkLst>
        </pc:cxnChg>
      </pc:sldChg>
      <pc:sldChg chg="addSp delSp modSp add mod">
        <pc:chgData name="Paul Daniel Dass Dhanapal" userId="a3b2459a-4399-4c16-b045-c17fbe6bd25c" providerId="ADAL" clId="{98FC4701-10BB-470D-BC1A-FAA02BA1865F}" dt="2026-05-08T11:33:06.793" v="3586"/>
        <pc:sldMkLst>
          <pc:docMk/>
          <pc:sldMk cId="2644348286" sldId="7971"/>
        </pc:sldMkLst>
        <pc:spChg chg="add mod">
          <ac:chgData name="Paul Daniel Dass Dhanapal" userId="a3b2459a-4399-4c16-b045-c17fbe6bd25c" providerId="ADAL" clId="{98FC4701-10BB-470D-BC1A-FAA02BA1865F}" dt="2026-05-08T11:33:06.793" v="3586"/>
          <ac:spMkLst>
            <pc:docMk/>
            <pc:sldMk cId="2644348286" sldId="7971"/>
            <ac:spMk id="8" creationId="{F7213090-AB12-E288-572B-AF3A51AD7298}"/>
          </ac:spMkLst>
        </pc:spChg>
        <pc:spChg chg="del">
          <ac:chgData name="Paul Daniel Dass Dhanapal" userId="a3b2459a-4399-4c16-b045-c17fbe6bd25c" providerId="ADAL" clId="{98FC4701-10BB-470D-BC1A-FAA02BA1865F}" dt="2026-05-08T05:55:29.630" v="3015" actId="478"/>
          <ac:spMkLst>
            <pc:docMk/>
            <pc:sldMk cId="2644348286" sldId="7971"/>
            <ac:spMk id="12" creationId="{DD5B5B62-2B7D-83BA-5DA0-7F9A7C4BF9FE}"/>
          </ac:spMkLst>
        </pc:spChg>
        <pc:spChg chg="add mod">
          <ac:chgData name="Paul Daniel Dass Dhanapal" userId="a3b2459a-4399-4c16-b045-c17fbe6bd25c" providerId="ADAL" clId="{98FC4701-10BB-470D-BC1A-FAA02BA1865F}" dt="2026-05-08T05:56:08.777" v="3039" actId="1036"/>
          <ac:spMkLst>
            <pc:docMk/>
            <pc:sldMk cId="2644348286" sldId="7971"/>
            <ac:spMk id="14" creationId="{8E71512B-6D1F-1F0F-49AE-CA6D1EFC95D1}"/>
          </ac:spMkLst>
        </pc:spChg>
        <pc:spChg chg="del">
          <ac:chgData name="Paul Daniel Dass Dhanapal" userId="a3b2459a-4399-4c16-b045-c17fbe6bd25c" providerId="ADAL" clId="{98FC4701-10BB-470D-BC1A-FAA02BA1865F}" dt="2026-05-08T11:32:28.714" v="3573" actId="478"/>
          <ac:spMkLst>
            <pc:docMk/>
            <pc:sldMk cId="2644348286" sldId="7971"/>
            <ac:spMk id="23" creationId="{40873B20-05B0-B4DA-E55C-EE05216946C8}"/>
          </ac:spMkLst>
        </pc:spChg>
        <pc:graphicFrameChg chg="mod">
          <ac:chgData name="Paul Daniel Dass Dhanapal" userId="a3b2459a-4399-4c16-b045-c17fbe6bd25c" providerId="ADAL" clId="{98FC4701-10BB-470D-BC1A-FAA02BA1865F}" dt="2026-05-08T11:31:38.566" v="3563"/>
          <ac:graphicFrameMkLst>
            <pc:docMk/>
            <pc:sldMk cId="2644348286" sldId="7971"/>
            <ac:graphicFrameMk id="2" creationId="{9B9AF21D-602F-1302-1C51-12152CA7D25D}"/>
          </ac:graphicFrameMkLst>
        </pc:graphicFrameChg>
        <pc:picChg chg="add mod">
          <ac:chgData name="Paul Daniel Dass Dhanapal" userId="a3b2459a-4399-4c16-b045-c17fbe6bd25c" providerId="ADAL" clId="{98FC4701-10BB-470D-BC1A-FAA02BA1865F}" dt="2026-05-08T05:55:52.923" v="3027" actId="208"/>
          <ac:picMkLst>
            <pc:docMk/>
            <pc:sldMk cId="2644348286" sldId="7971"/>
            <ac:picMk id="4" creationId="{991B0448-D420-C9F0-1DF7-8A6A726F0054}"/>
          </ac:picMkLst>
        </pc:picChg>
        <pc:picChg chg="del">
          <ac:chgData name="Paul Daniel Dass Dhanapal" userId="a3b2459a-4399-4c16-b045-c17fbe6bd25c" providerId="ADAL" clId="{98FC4701-10BB-470D-BC1A-FAA02BA1865F}" dt="2026-05-08T05:55:29.630" v="3015" actId="478"/>
          <ac:picMkLst>
            <pc:docMk/>
            <pc:sldMk cId="2644348286" sldId="7971"/>
            <ac:picMk id="8" creationId="{891314B3-7856-3832-D747-A23A5CA47D6D}"/>
          </ac:picMkLst>
        </pc:picChg>
        <pc:picChg chg="add mod">
          <ac:chgData name="Paul Daniel Dass Dhanapal" userId="a3b2459a-4399-4c16-b045-c17fbe6bd25c" providerId="ADAL" clId="{98FC4701-10BB-470D-BC1A-FAA02BA1865F}" dt="2026-05-08T05:56:01.894" v="3031" actId="1076"/>
          <ac:picMkLst>
            <pc:docMk/>
            <pc:sldMk cId="2644348286" sldId="7971"/>
            <ac:picMk id="15" creationId="{33416012-D335-6986-491A-69F145BF6D75}"/>
          </ac:picMkLst>
        </pc:picChg>
        <pc:cxnChg chg="add mod">
          <ac:chgData name="Paul Daniel Dass Dhanapal" userId="a3b2459a-4399-4c16-b045-c17fbe6bd25c" providerId="ADAL" clId="{98FC4701-10BB-470D-BC1A-FAA02BA1865F}" dt="2026-05-08T05:56:08.777" v="3039" actId="1036"/>
          <ac:cxnSpMkLst>
            <pc:docMk/>
            <pc:sldMk cId="2644348286" sldId="7971"/>
            <ac:cxnSpMk id="5" creationId="{0FCA3002-BBA3-0CD5-607C-D2D5A5D20F74}"/>
          </ac:cxnSpMkLst>
        </pc:cxnChg>
        <pc:cxnChg chg="add mod">
          <ac:chgData name="Paul Daniel Dass Dhanapal" userId="a3b2459a-4399-4c16-b045-c17fbe6bd25c" providerId="ADAL" clId="{98FC4701-10BB-470D-BC1A-FAA02BA1865F}" dt="2026-05-08T05:56:08.777" v="3039" actId="1036"/>
          <ac:cxnSpMkLst>
            <pc:docMk/>
            <pc:sldMk cId="2644348286" sldId="7971"/>
            <ac:cxnSpMk id="13" creationId="{55175F60-6D90-A1BD-7773-588CD325DC55}"/>
          </ac:cxnSpMkLst>
        </pc:cxnChg>
      </pc:sldChg>
      <pc:sldChg chg="addSp delSp modSp add mod">
        <pc:chgData name="Paul Daniel Dass Dhanapal" userId="a3b2459a-4399-4c16-b045-c17fbe6bd25c" providerId="ADAL" clId="{98FC4701-10BB-470D-BC1A-FAA02BA1865F}" dt="2026-05-08T11:33:09.035" v="3587"/>
        <pc:sldMkLst>
          <pc:docMk/>
          <pc:sldMk cId="2192829833" sldId="7972"/>
        </pc:sldMkLst>
        <pc:spChg chg="add mod">
          <ac:chgData name="Paul Daniel Dass Dhanapal" userId="a3b2459a-4399-4c16-b045-c17fbe6bd25c" providerId="ADAL" clId="{98FC4701-10BB-470D-BC1A-FAA02BA1865F}" dt="2026-05-08T11:33:09.035" v="3587"/>
          <ac:spMkLst>
            <pc:docMk/>
            <pc:sldMk cId="2192829833" sldId="7972"/>
            <ac:spMk id="4" creationId="{90C9C3EC-F89B-537B-0331-BE677CAB3E24}"/>
          </ac:spMkLst>
        </pc:spChg>
        <pc:spChg chg="add mod">
          <ac:chgData name="Paul Daniel Dass Dhanapal" userId="a3b2459a-4399-4c16-b045-c17fbe6bd25c" providerId="ADAL" clId="{98FC4701-10BB-470D-BC1A-FAA02BA1865F}" dt="2026-05-08T05:57:14.341" v="3049" actId="1076"/>
          <ac:spMkLst>
            <pc:docMk/>
            <pc:sldMk cId="2192829833" sldId="7972"/>
            <ac:spMk id="12" creationId="{7AFA2F08-44E5-D725-86CD-2D6EE25D0597}"/>
          </ac:spMkLst>
        </pc:spChg>
        <pc:spChg chg="del">
          <ac:chgData name="Paul Daniel Dass Dhanapal" userId="a3b2459a-4399-4c16-b045-c17fbe6bd25c" providerId="ADAL" clId="{98FC4701-10BB-470D-BC1A-FAA02BA1865F}" dt="2026-05-08T05:56:53.314" v="3043" actId="478"/>
          <ac:spMkLst>
            <pc:docMk/>
            <pc:sldMk cId="2192829833" sldId="7972"/>
            <ac:spMk id="14" creationId="{19327E9D-6971-99F3-4405-CB4388D718F7}"/>
          </ac:spMkLst>
        </pc:spChg>
        <pc:spChg chg="del">
          <ac:chgData name="Paul Daniel Dass Dhanapal" userId="a3b2459a-4399-4c16-b045-c17fbe6bd25c" providerId="ADAL" clId="{98FC4701-10BB-470D-BC1A-FAA02BA1865F}" dt="2026-05-08T11:32:31.788" v="3574" actId="478"/>
          <ac:spMkLst>
            <pc:docMk/>
            <pc:sldMk cId="2192829833" sldId="7972"/>
            <ac:spMk id="23" creationId="{F370BAA0-CFA5-5B8B-3F1C-F5042F3A28F2}"/>
          </ac:spMkLst>
        </pc:spChg>
        <pc:graphicFrameChg chg="mod">
          <ac:chgData name="Paul Daniel Dass Dhanapal" userId="a3b2459a-4399-4c16-b045-c17fbe6bd25c" providerId="ADAL" clId="{98FC4701-10BB-470D-BC1A-FAA02BA1865F}" dt="2026-05-08T11:31:42.733" v="3564"/>
          <ac:graphicFrameMkLst>
            <pc:docMk/>
            <pc:sldMk cId="2192829833" sldId="7972"/>
            <ac:graphicFrameMk id="2" creationId="{8A51C038-5187-9AB0-2475-0D696145295B}"/>
          </ac:graphicFrameMkLst>
        </pc:graphicFrameChg>
        <pc:picChg chg="del">
          <ac:chgData name="Paul Daniel Dass Dhanapal" userId="a3b2459a-4399-4c16-b045-c17fbe6bd25c" providerId="ADAL" clId="{98FC4701-10BB-470D-BC1A-FAA02BA1865F}" dt="2026-05-08T05:56:53.314" v="3043" actId="478"/>
          <ac:picMkLst>
            <pc:docMk/>
            <pc:sldMk cId="2192829833" sldId="7972"/>
            <ac:picMk id="4" creationId="{B2120F74-7A2B-0CC7-C390-CBA1DC1A32A5}"/>
          </ac:picMkLst>
        </pc:picChg>
        <pc:picChg chg="add mod">
          <ac:chgData name="Paul Daniel Dass Dhanapal" userId="a3b2459a-4399-4c16-b045-c17fbe6bd25c" providerId="ADAL" clId="{98FC4701-10BB-470D-BC1A-FAA02BA1865F}" dt="2026-05-08T05:57:14.341" v="3049" actId="1076"/>
          <ac:picMkLst>
            <pc:docMk/>
            <pc:sldMk cId="2192829833" sldId="7972"/>
            <ac:picMk id="8" creationId="{6A4ADBFC-FEE0-8FA3-6896-54AF2A021CEC}"/>
          </ac:picMkLst>
        </pc:picChg>
        <pc:picChg chg="del">
          <ac:chgData name="Paul Daniel Dass Dhanapal" userId="a3b2459a-4399-4c16-b045-c17fbe6bd25c" providerId="ADAL" clId="{98FC4701-10BB-470D-BC1A-FAA02BA1865F}" dt="2026-05-08T05:56:53.314" v="3043" actId="478"/>
          <ac:picMkLst>
            <pc:docMk/>
            <pc:sldMk cId="2192829833" sldId="7972"/>
            <ac:picMk id="15" creationId="{7556264C-F3D2-F8FF-975C-8702E3D914B9}"/>
          </ac:picMkLst>
        </pc:picChg>
        <pc:cxnChg chg="del mod">
          <ac:chgData name="Paul Daniel Dass Dhanapal" userId="a3b2459a-4399-4c16-b045-c17fbe6bd25c" providerId="ADAL" clId="{98FC4701-10BB-470D-BC1A-FAA02BA1865F}" dt="2026-05-08T05:56:53.314" v="3043" actId="478"/>
          <ac:cxnSpMkLst>
            <pc:docMk/>
            <pc:sldMk cId="2192829833" sldId="7972"/>
            <ac:cxnSpMk id="5" creationId="{242AFEC5-0306-0409-B52B-B630DE9D95DD}"/>
          </ac:cxnSpMkLst>
        </pc:cxnChg>
        <pc:cxnChg chg="del mod">
          <ac:chgData name="Paul Daniel Dass Dhanapal" userId="a3b2459a-4399-4c16-b045-c17fbe6bd25c" providerId="ADAL" clId="{98FC4701-10BB-470D-BC1A-FAA02BA1865F}" dt="2026-05-08T05:56:53.314" v="3043" actId="478"/>
          <ac:cxnSpMkLst>
            <pc:docMk/>
            <pc:sldMk cId="2192829833" sldId="7972"/>
            <ac:cxnSpMk id="13" creationId="{A67D5B21-FFBC-323E-4F42-63B3783CDB06}"/>
          </ac:cxnSpMkLst>
        </pc:cxnChg>
      </pc:sldChg>
      <pc:sldChg chg="addSp delSp modSp add mod">
        <pc:chgData name="Paul Daniel Dass Dhanapal" userId="a3b2459a-4399-4c16-b045-c17fbe6bd25c" providerId="ADAL" clId="{98FC4701-10BB-470D-BC1A-FAA02BA1865F}" dt="2026-05-08T11:33:11.245" v="3588"/>
        <pc:sldMkLst>
          <pc:docMk/>
          <pc:sldMk cId="1336394654" sldId="7973"/>
        </pc:sldMkLst>
        <pc:spChg chg="add mod">
          <ac:chgData name="Paul Daniel Dass Dhanapal" userId="a3b2459a-4399-4c16-b045-c17fbe6bd25c" providerId="ADAL" clId="{98FC4701-10BB-470D-BC1A-FAA02BA1865F}" dt="2026-05-08T05:58:11.420" v="3062" actId="1076"/>
          <ac:spMkLst>
            <pc:docMk/>
            <pc:sldMk cId="1336394654" sldId="7973"/>
            <ac:spMk id="5" creationId="{DB9AE6A7-CBBC-885A-EFAF-30D2AA4568E0}"/>
          </ac:spMkLst>
        </pc:spChg>
        <pc:spChg chg="add mod">
          <ac:chgData name="Paul Daniel Dass Dhanapal" userId="a3b2459a-4399-4c16-b045-c17fbe6bd25c" providerId="ADAL" clId="{98FC4701-10BB-470D-BC1A-FAA02BA1865F}" dt="2026-05-08T11:33:11.245" v="3588"/>
          <ac:spMkLst>
            <pc:docMk/>
            <pc:sldMk cId="1336394654" sldId="7973"/>
            <ac:spMk id="8" creationId="{153E1131-F7DC-CF6F-680A-365E1A1C2B66}"/>
          </ac:spMkLst>
        </pc:spChg>
        <pc:spChg chg="del">
          <ac:chgData name="Paul Daniel Dass Dhanapal" userId="a3b2459a-4399-4c16-b045-c17fbe6bd25c" providerId="ADAL" clId="{98FC4701-10BB-470D-BC1A-FAA02BA1865F}" dt="2026-05-08T05:57:44.294" v="3053" actId="478"/>
          <ac:spMkLst>
            <pc:docMk/>
            <pc:sldMk cId="1336394654" sldId="7973"/>
            <ac:spMk id="12" creationId="{304E8BA4-89EB-ED06-6EA0-DCBEF4EFC40C}"/>
          </ac:spMkLst>
        </pc:spChg>
        <pc:spChg chg="del">
          <ac:chgData name="Paul Daniel Dass Dhanapal" userId="a3b2459a-4399-4c16-b045-c17fbe6bd25c" providerId="ADAL" clId="{98FC4701-10BB-470D-BC1A-FAA02BA1865F}" dt="2026-05-08T11:32:34.319" v="3575" actId="478"/>
          <ac:spMkLst>
            <pc:docMk/>
            <pc:sldMk cId="1336394654" sldId="7973"/>
            <ac:spMk id="23" creationId="{D37CF09C-42F0-60E7-2343-1EE28D2B4DA4}"/>
          </ac:spMkLst>
        </pc:spChg>
        <pc:graphicFrameChg chg="mod">
          <ac:chgData name="Paul Daniel Dass Dhanapal" userId="a3b2459a-4399-4c16-b045-c17fbe6bd25c" providerId="ADAL" clId="{98FC4701-10BB-470D-BC1A-FAA02BA1865F}" dt="2026-05-08T11:31:47.438" v="3565"/>
          <ac:graphicFrameMkLst>
            <pc:docMk/>
            <pc:sldMk cId="1336394654" sldId="7973"/>
            <ac:graphicFrameMk id="2" creationId="{F259618C-A798-BFE8-3E13-18D8C9D2E80D}"/>
          </ac:graphicFrameMkLst>
        </pc:graphicFrameChg>
        <pc:picChg chg="add mod">
          <ac:chgData name="Paul Daniel Dass Dhanapal" userId="a3b2459a-4399-4c16-b045-c17fbe6bd25c" providerId="ADAL" clId="{98FC4701-10BB-470D-BC1A-FAA02BA1865F}" dt="2026-05-08T05:58:15.340" v="3063" actId="208"/>
          <ac:picMkLst>
            <pc:docMk/>
            <pc:sldMk cId="1336394654" sldId="7973"/>
            <ac:picMk id="4" creationId="{A6C5ECDE-A1D6-B8F8-EB5D-7D64A57C48DA}"/>
          </ac:picMkLst>
        </pc:picChg>
        <pc:picChg chg="del">
          <ac:chgData name="Paul Daniel Dass Dhanapal" userId="a3b2459a-4399-4c16-b045-c17fbe6bd25c" providerId="ADAL" clId="{98FC4701-10BB-470D-BC1A-FAA02BA1865F}" dt="2026-05-08T05:57:44.294" v="3053" actId="478"/>
          <ac:picMkLst>
            <pc:docMk/>
            <pc:sldMk cId="1336394654" sldId="7973"/>
            <ac:picMk id="8" creationId="{D681C3D8-3AEA-8292-866E-8D9E8E2263D5}"/>
          </ac:picMkLst>
        </pc:picChg>
      </pc:sldChg>
      <pc:sldChg chg="addSp delSp modSp add mod">
        <pc:chgData name="Paul Daniel Dass Dhanapal" userId="a3b2459a-4399-4c16-b045-c17fbe6bd25c" providerId="ADAL" clId="{98FC4701-10BB-470D-BC1A-FAA02BA1865F}" dt="2026-05-08T11:33:13.973" v="3589"/>
        <pc:sldMkLst>
          <pc:docMk/>
          <pc:sldMk cId="1063794323" sldId="7974"/>
        </pc:sldMkLst>
        <pc:spChg chg="add mod">
          <ac:chgData name="Paul Daniel Dass Dhanapal" userId="a3b2459a-4399-4c16-b045-c17fbe6bd25c" providerId="ADAL" clId="{98FC4701-10BB-470D-BC1A-FAA02BA1865F}" dt="2026-05-08T11:33:13.973" v="3589"/>
          <ac:spMkLst>
            <pc:docMk/>
            <pc:sldMk cId="1063794323" sldId="7974"/>
            <ac:spMk id="4" creationId="{596D96DA-797E-3BD3-1283-EEA3A7B0A8E5}"/>
          </ac:spMkLst>
        </pc:spChg>
        <pc:spChg chg="del">
          <ac:chgData name="Paul Daniel Dass Dhanapal" userId="a3b2459a-4399-4c16-b045-c17fbe6bd25c" providerId="ADAL" clId="{98FC4701-10BB-470D-BC1A-FAA02BA1865F}" dt="2026-05-08T05:58:41.542" v="3067" actId="478"/>
          <ac:spMkLst>
            <pc:docMk/>
            <pc:sldMk cId="1063794323" sldId="7974"/>
            <ac:spMk id="5" creationId="{E8F8DF29-58CF-FCF2-ED1B-2541DBE9FD8A}"/>
          </ac:spMkLst>
        </pc:spChg>
        <pc:spChg chg="add mod">
          <ac:chgData name="Paul Daniel Dass Dhanapal" userId="a3b2459a-4399-4c16-b045-c17fbe6bd25c" providerId="ADAL" clId="{98FC4701-10BB-470D-BC1A-FAA02BA1865F}" dt="2026-05-08T05:59:17.214" v="3080" actId="1076"/>
          <ac:spMkLst>
            <pc:docMk/>
            <pc:sldMk cId="1063794323" sldId="7974"/>
            <ac:spMk id="14" creationId="{59BF2913-11CD-931C-F887-DCA9603FFD8B}"/>
          </ac:spMkLst>
        </pc:spChg>
        <pc:spChg chg="del">
          <ac:chgData name="Paul Daniel Dass Dhanapal" userId="a3b2459a-4399-4c16-b045-c17fbe6bd25c" providerId="ADAL" clId="{98FC4701-10BB-470D-BC1A-FAA02BA1865F}" dt="2026-05-08T11:32:36.973" v="3576" actId="478"/>
          <ac:spMkLst>
            <pc:docMk/>
            <pc:sldMk cId="1063794323" sldId="7974"/>
            <ac:spMk id="23" creationId="{94E3F213-099B-F7F6-9793-C98268E1501E}"/>
          </ac:spMkLst>
        </pc:spChg>
        <pc:graphicFrameChg chg="mod">
          <ac:chgData name="Paul Daniel Dass Dhanapal" userId="a3b2459a-4399-4c16-b045-c17fbe6bd25c" providerId="ADAL" clId="{98FC4701-10BB-470D-BC1A-FAA02BA1865F}" dt="2026-05-08T11:31:51.912" v="3566"/>
          <ac:graphicFrameMkLst>
            <pc:docMk/>
            <pc:sldMk cId="1063794323" sldId="7974"/>
            <ac:graphicFrameMk id="2" creationId="{77F9EEEB-E19D-F675-72BA-D2E14651C1EB}"/>
          </ac:graphicFrameMkLst>
        </pc:graphicFrameChg>
        <pc:picChg chg="del">
          <ac:chgData name="Paul Daniel Dass Dhanapal" userId="a3b2459a-4399-4c16-b045-c17fbe6bd25c" providerId="ADAL" clId="{98FC4701-10BB-470D-BC1A-FAA02BA1865F}" dt="2026-05-08T05:58:41.542" v="3067" actId="478"/>
          <ac:picMkLst>
            <pc:docMk/>
            <pc:sldMk cId="1063794323" sldId="7974"/>
            <ac:picMk id="4" creationId="{D3D40CE5-BEB2-AAAF-640B-6CF16466D969}"/>
          </ac:picMkLst>
        </pc:picChg>
        <pc:picChg chg="add mod">
          <ac:chgData name="Paul Daniel Dass Dhanapal" userId="a3b2459a-4399-4c16-b045-c17fbe6bd25c" providerId="ADAL" clId="{98FC4701-10BB-470D-BC1A-FAA02BA1865F}" dt="2026-05-08T05:59:20.323" v="3081" actId="208"/>
          <ac:picMkLst>
            <pc:docMk/>
            <pc:sldMk cId="1063794323" sldId="7974"/>
            <ac:picMk id="8" creationId="{07FF179C-4F69-0ECC-D544-1789BCA8FD90}"/>
          </ac:picMkLst>
        </pc:picChg>
        <pc:picChg chg="add mod">
          <ac:chgData name="Paul Daniel Dass Dhanapal" userId="a3b2459a-4399-4c16-b045-c17fbe6bd25c" providerId="ADAL" clId="{98FC4701-10BB-470D-BC1A-FAA02BA1865F}" dt="2026-05-08T05:59:10.367" v="3079" actId="14100"/>
          <ac:picMkLst>
            <pc:docMk/>
            <pc:sldMk cId="1063794323" sldId="7974"/>
            <ac:picMk id="15" creationId="{A4D387F5-6725-CC6F-925D-355B0BA71C08}"/>
          </ac:picMkLst>
        </pc:picChg>
        <pc:cxnChg chg="add mod">
          <ac:chgData name="Paul Daniel Dass Dhanapal" userId="a3b2459a-4399-4c16-b045-c17fbe6bd25c" providerId="ADAL" clId="{98FC4701-10BB-470D-BC1A-FAA02BA1865F}" dt="2026-05-08T05:59:28.540" v="3083" actId="14100"/>
          <ac:cxnSpMkLst>
            <pc:docMk/>
            <pc:sldMk cId="1063794323" sldId="7974"/>
            <ac:cxnSpMk id="12" creationId="{93699F66-B3CE-65E8-32B7-6436C5690C32}"/>
          </ac:cxnSpMkLst>
        </pc:cxnChg>
        <pc:cxnChg chg="add mod">
          <ac:chgData name="Paul Daniel Dass Dhanapal" userId="a3b2459a-4399-4c16-b045-c17fbe6bd25c" providerId="ADAL" clId="{98FC4701-10BB-470D-BC1A-FAA02BA1865F}" dt="2026-05-08T05:59:24.416" v="3082" actId="14100"/>
          <ac:cxnSpMkLst>
            <pc:docMk/>
            <pc:sldMk cId="1063794323" sldId="7974"/>
            <ac:cxnSpMk id="13" creationId="{89CBB11A-83A5-9012-8C43-D48D34DBC2FF}"/>
          </ac:cxnSpMkLst>
        </pc:cxnChg>
      </pc:sldChg>
      <pc:sldChg chg="addSp delSp modSp add mod">
        <pc:chgData name="Paul Daniel Dass Dhanapal" userId="a3b2459a-4399-4c16-b045-c17fbe6bd25c" providerId="ADAL" clId="{98FC4701-10BB-470D-BC1A-FAA02BA1865F}" dt="2026-05-08T11:11:30.512" v="3368" actId="404"/>
        <pc:sldMkLst>
          <pc:docMk/>
          <pc:sldMk cId="641711921" sldId="7975"/>
        </pc:sldMkLst>
        <pc:spChg chg="mod">
          <ac:chgData name="Paul Daniel Dass Dhanapal" userId="a3b2459a-4399-4c16-b045-c17fbe6bd25c" providerId="ADAL" clId="{98FC4701-10BB-470D-BC1A-FAA02BA1865F}" dt="2026-05-08T06:00:52.576" v="3087" actId="122"/>
          <ac:spMkLst>
            <pc:docMk/>
            <pc:sldMk cId="641711921" sldId="7975"/>
            <ac:spMk id="3" creationId="{6CEEFCD1-6209-E9E5-9715-5A9A50F67945}"/>
          </ac:spMkLst>
        </pc:spChg>
        <pc:spChg chg="del">
          <ac:chgData name="Paul Daniel Dass Dhanapal" userId="a3b2459a-4399-4c16-b045-c17fbe6bd25c" providerId="ADAL" clId="{98FC4701-10BB-470D-BC1A-FAA02BA1865F}" dt="2026-05-08T09:50:56.874" v="3343" actId="478"/>
          <ac:spMkLst>
            <pc:docMk/>
            <pc:sldMk cId="641711921" sldId="7975"/>
            <ac:spMk id="5" creationId="{EFA214FA-D7E8-1C95-7E80-49B5725611CA}"/>
          </ac:spMkLst>
        </pc:spChg>
        <pc:spChg chg="add mod">
          <ac:chgData name="Paul Daniel Dass Dhanapal" userId="a3b2459a-4399-4c16-b045-c17fbe6bd25c" providerId="ADAL" clId="{98FC4701-10BB-470D-BC1A-FAA02BA1865F}" dt="2026-05-08T09:51:15.562" v="3348"/>
          <ac:spMkLst>
            <pc:docMk/>
            <pc:sldMk cId="641711921" sldId="7975"/>
            <ac:spMk id="7" creationId="{3F45EB00-9083-4A66-F53E-E7BA14FE01F3}"/>
          </ac:spMkLst>
        </pc:spChg>
        <pc:graphicFrameChg chg="add mod modGraphic">
          <ac:chgData name="Paul Daniel Dass Dhanapal" userId="a3b2459a-4399-4c16-b045-c17fbe6bd25c" providerId="ADAL" clId="{98FC4701-10BB-470D-BC1A-FAA02BA1865F}" dt="2026-05-08T11:11:30.512" v="3368" actId="404"/>
          <ac:graphicFrameMkLst>
            <pc:docMk/>
            <pc:sldMk cId="641711921" sldId="7975"/>
            <ac:graphicFrameMk id="4" creationId="{1FF22815-69A6-331C-EF54-3753D63352E6}"/>
          </ac:graphicFrameMkLst>
        </pc:graphicFrameChg>
        <pc:graphicFrameChg chg="del">
          <ac:chgData name="Paul Daniel Dass Dhanapal" userId="a3b2459a-4399-4c16-b045-c17fbe6bd25c" providerId="ADAL" clId="{98FC4701-10BB-470D-BC1A-FAA02BA1865F}" dt="2026-05-08T06:00:56.500" v="3088" actId="478"/>
          <ac:graphicFrameMkLst>
            <pc:docMk/>
            <pc:sldMk cId="641711921" sldId="7975"/>
            <ac:graphicFrameMk id="25" creationId="{84A51821-9B07-C3F6-37E1-0FA19AB370C7}"/>
          </ac:graphicFrameMkLst>
        </pc:graphicFrameChg>
      </pc:sldChg>
      <pc:sldChg chg="addSp delSp modSp add mod">
        <pc:chgData name="Paul Daniel Dass Dhanapal" userId="a3b2459a-4399-4c16-b045-c17fbe6bd25c" providerId="ADAL" clId="{98FC4701-10BB-470D-BC1A-FAA02BA1865F}" dt="2026-05-08T11:41:42.749" v="3621" actId="1076"/>
        <pc:sldMkLst>
          <pc:docMk/>
          <pc:sldMk cId="1170878356" sldId="7976"/>
        </pc:sldMkLst>
        <pc:spChg chg="add mod">
          <ac:chgData name="Paul Daniel Dass Dhanapal" userId="a3b2459a-4399-4c16-b045-c17fbe6bd25c" providerId="ADAL" clId="{98FC4701-10BB-470D-BC1A-FAA02BA1865F}" dt="2026-05-08T06:04:32.762" v="3126" actId="1076"/>
          <ac:spMkLst>
            <pc:docMk/>
            <pc:sldMk cId="1170878356" sldId="7976"/>
            <ac:spMk id="5" creationId="{D6A8117C-6964-F012-0D7E-5DD42568EDD4}"/>
          </ac:spMkLst>
        </pc:spChg>
        <pc:spChg chg="add mod">
          <ac:chgData name="Paul Daniel Dass Dhanapal" userId="a3b2459a-4399-4c16-b045-c17fbe6bd25c" providerId="ADAL" clId="{98FC4701-10BB-470D-BC1A-FAA02BA1865F}" dt="2026-05-08T11:33:16.665" v="3590"/>
          <ac:spMkLst>
            <pc:docMk/>
            <pc:sldMk cId="1170878356" sldId="7976"/>
            <ac:spMk id="8" creationId="{8AECE602-49FC-A975-6596-9CBEC59304FC}"/>
          </ac:spMkLst>
        </pc:spChg>
        <pc:spChg chg="del">
          <ac:chgData name="Paul Daniel Dass Dhanapal" userId="a3b2459a-4399-4c16-b045-c17fbe6bd25c" providerId="ADAL" clId="{98FC4701-10BB-470D-BC1A-FAA02BA1865F}" dt="2026-05-08T06:04:07.257" v="3119" actId="478"/>
          <ac:spMkLst>
            <pc:docMk/>
            <pc:sldMk cId="1170878356" sldId="7976"/>
            <ac:spMk id="14" creationId="{D9C24EEF-A0C4-6AF3-0A8B-507E27AE91A3}"/>
          </ac:spMkLst>
        </pc:spChg>
        <pc:spChg chg="del">
          <ac:chgData name="Paul Daniel Dass Dhanapal" userId="a3b2459a-4399-4c16-b045-c17fbe6bd25c" providerId="ADAL" clId="{98FC4701-10BB-470D-BC1A-FAA02BA1865F}" dt="2026-05-08T11:32:39.440" v="3577" actId="478"/>
          <ac:spMkLst>
            <pc:docMk/>
            <pc:sldMk cId="1170878356" sldId="7976"/>
            <ac:spMk id="23" creationId="{4FAF8389-4DBA-B8D2-EB48-934600E6DC3A}"/>
          </ac:spMkLst>
        </pc:spChg>
        <pc:graphicFrameChg chg="mod modGraphic">
          <ac:chgData name="Paul Daniel Dass Dhanapal" userId="a3b2459a-4399-4c16-b045-c17fbe6bd25c" providerId="ADAL" clId="{98FC4701-10BB-470D-BC1A-FAA02BA1865F}" dt="2026-05-08T11:36:34.208" v="3609"/>
          <ac:graphicFrameMkLst>
            <pc:docMk/>
            <pc:sldMk cId="1170878356" sldId="7976"/>
            <ac:graphicFrameMk id="2" creationId="{0B45A3E7-3459-917D-46DC-1846FEF475D0}"/>
          </ac:graphicFrameMkLst>
        </pc:graphicFrameChg>
        <pc:picChg chg="add mod">
          <ac:chgData name="Paul Daniel Dass Dhanapal" userId="a3b2459a-4399-4c16-b045-c17fbe6bd25c" providerId="ADAL" clId="{98FC4701-10BB-470D-BC1A-FAA02BA1865F}" dt="2026-05-08T06:04:32.762" v="3126" actId="1076"/>
          <ac:picMkLst>
            <pc:docMk/>
            <pc:sldMk cId="1170878356" sldId="7976"/>
            <ac:picMk id="4" creationId="{C233BFC5-9BD6-8A05-7340-E32AB5FF79FA}"/>
          </ac:picMkLst>
        </pc:picChg>
        <pc:picChg chg="del">
          <ac:chgData name="Paul Daniel Dass Dhanapal" userId="a3b2459a-4399-4c16-b045-c17fbe6bd25c" providerId="ADAL" clId="{98FC4701-10BB-470D-BC1A-FAA02BA1865F}" dt="2026-05-08T06:04:07.257" v="3119" actId="478"/>
          <ac:picMkLst>
            <pc:docMk/>
            <pc:sldMk cId="1170878356" sldId="7976"/>
            <ac:picMk id="8" creationId="{E8C48E76-BACB-70B2-C48E-29D28CF67D02}"/>
          </ac:picMkLst>
        </pc:picChg>
        <pc:picChg chg="del">
          <ac:chgData name="Paul Daniel Dass Dhanapal" userId="a3b2459a-4399-4c16-b045-c17fbe6bd25c" providerId="ADAL" clId="{98FC4701-10BB-470D-BC1A-FAA02BA1865F}" dt="2026-05-08T11:36:38.701" v="3610" actId="478"/>
          <ac:picMkLst>
            <pc:docMk/>
            <pc:sldMk cId="1170878356" sldId="7976"/>
            <ac:picMk id="10" creationId="{C885948A-3BCC-F3B1-E2B9-5188CE1CEBA7}"/>
          </ac:picMkLst>
        </pc:picChg>
        <pc:picChg chg="add del mod">
          <ac:chgData name="Paul Daniel Dass Dhanapal" userId="a3b2459a-4399-4c16-b045-c17fbe6bd25c" providerId="ADAL" clId="{98FC4701-10BB-470D-BC1A-FAA02BA1865F}" dt="2026-05-08T11:41:38.587" v="3620" actId="478"/>
          <ac:picMkLst>
            <pc:docMk/>
            <pc:sldMk cId="1170878356" sldId="7976"/>
            <ac:picMk id="12" creationId="{0F12CCE7-0E31-0E46-E853-BCDF4F0EBFB7}"/>
          </ac:picMkLst>
        </pc:picChg>
        <pc:picChg chg="add mod">
          <ac:chgData name="Paul Daniel Dass Dhanapal" userId="a3b2459a-4399-4c16-b045-c17fbe6bd25c" providerId="ADAL" clId="{98FC4701-10BB-470D-BC1A-FAA02BA1865F}" dt="2026-05-08T11:41:42.749" v="3621" actId="1076"/>
          <ac:picMkLst>
            <pc:docMk/>
            <pc:sldMk cId="1170878356" sldId="7976"/>
            <ac:picMk id="14" creationId="{76F637F9-2EDA-9851-313B-25640479498A}"/>
          </ac:picMkLst>
        </pc:picChg>
        <pc:picChg chg="del">
          <ac:chgData name="Paul Daniel Dass Dhanapal" userId="a3b2459a-4399-4c16-b045-c17fbe6bd25c" providerId="ADAL" clId="{98FC4701-10BB-470D-BC1A-FAA02BA1865F}" dt="2026-05-08T06:04:07.257" v="3119" actId="478"/>
          <ac:picMkLst>
            <pc:docMk/>
            <pc:sldMk cId="1170878356" sldId="7976"/>
            <ac:picMk id="15" creationId="{51B64913-116A-E9A0-2536-BE1D8EAAAB45}"/>
          </ac:picMkLst>
        </pc:picChg>
        <pc:cxnChg chg="del mod">
          <ac:chgData name="Paul Daniel Dass Dhanapal" userId="a3b2459a-4399-4c16-b045-c17fbe6bd25c" providerId="ADAL" clId="{98FC4701-10BB-470D-BC1A-FAA02BA1865F}" dt="2026-05-08T06:04:07.257" v="3119" actId="478"/>
          <ac:cxnSpMkLst>
            <pc:docMk/>
            <pc:sldMk cId="1170878356" sldId="7976"/>
            <ac:cxnSpMk id="12" creationId="{5AC19F98-EBA5-C75C-6B8D-F4D59ABD8730}"/>
          </ac:cxnSpMkLst>
        </pc:cxnChg>
        <pc:cxnChg chg="del mod">
          <ac:chgData name="Paul Daniel Dass Dhanapal" userId="a3b2459a-4399-4c16-b045-c17fbe6bd25c" providerId="ADAL" clId="{98FC4701-10BB-470D-BC1A-FAA02BA1865F}" dt="2026-05-08T06:04:07.257" v="3119" actId="478"/>
          <ac:cxnSpMkLst>
            <pc:docMk/>
            <pc:sldMk cId="1170878356" sldId="7976"/>
            <ac:cxnSpMk id="13" creationId="{0618C4FF-565A-8DB3-16D0-8B6BEF7A8E8F}"/>
          </ac:cxnSpMkLst>
        </pc:cxnChg>
      </pc:sldChg>
    </pc:docChg>
  </pc:docChgLst>
  <pc:docChgLst>
    <pc:chgData name="Rajeshkumar Lakshmanan" userId="0b2a9b6f-4d2c-4704-9299-2e54698e0893" providerId="ADAL" clId="{E1F9A409-A05A-4EFC-BC47-7F5C24EB654D}"/>
    <pc:docChg chg="custSel modSld">
      <pc:chgData name="Rajeshkumar Lakshmanan" userId="0b2a9b6f-4d2c-4704-9299-2e54698e0893" providerId="ADAL" clId="{E1F9A409-A05A-4EFC-BC47-7F5C24EB654D}" dt="2026-05-08T17:28:42.658" v="42" actId="20577"/>
      <pc:docMkLst>
        <pc:docMk/>
      </pc:docMkLst>
      <pc:sldChg chg="addSp delSp modSp mod">
        <pc:chgData name="Rajeshkumar Lakshmanan" userId="0b2a9b6f-4d2c-4704-9299-2e54698e0893" providerId="ADAL" clId="{E1F9A409-A05A-4EFC-BC47-7F5C24EB654D}" dt="2026-05-08T17:28:42.658" v="42" actId="20577"/>
        <pc:sldMkLst>
          <pc:docMk/>
          <pc:sldMk cId="2633829093" sldId="7946"/>
        </pc:sldMkLst>
        <pc:graphicFrameChg chg="add mod modGraphic">
          <ac:chgData name="Rajeshkumar Lakshmanan" userId="0b2a9b6f-4d2c-4704-9299-2e54698e0893" providerId="ADAL" clId="{E1F9A409-A05A-4EFC-BC47-7F5C24EB654D}" dt="2026-05-08T17:28:42.658" v="42" actId="20577"/>
          <ac:graphicFrameMkLst>
            <pc:docMk/>
            <pc:sldMk cId="2633829093" sldId="7946"/>
            <ac:graphicFrameMk id="5" creationId="{5D92BB72-7A27-2CC2-96AA-E3047FAEACAF}"/>
          </ac:graphicFrameMkLst>
        </pc:graphicFrameChg>
        <pc:graphicFrameChg chg="mod">
          <ac:chgData name="Rajeshkumar Lakshmanan" userId="0b2a9b6f-4d2c-4704-9299-2e54698e0893" providerId="ADAL" clId="{E1F9A409-A05A-4EFC-BC47-7F5C24EB654D}" dt="2026-05-08T17:28:34.874" v="24" actId="1038"/>
          <ac:graphicFrameMkLst>
            <pc:docMk/>
            <pc:sldMk cId="2633829093" sldId="7946"/>
            <ac:graphicFrameMk id="9" creationId="{F53FE5C0-8408-65AC-A477-6F4894678E91}"/>
          </ac:graphicFrameMkLst>
        </pc:graphicFrameChg>
        <pc:graphicFrameChg chg="del">
          <ac:chgData name="Rajeshkumar Lakshmanan" userId="0b2a9b6f-4d2c-4704-9299-2e54698e0893" providerId="ADAL" clId="{E1F9A409-A05A-4EFC-BC47-7F5C24EB654D}" dt="2026-05-08T17:28:11.306" v="0" actId="478"/>
          <ac:graphicFrameMkLst>
            <pc:docMk/>
            <pc:sldMk cId="2633829093" sldId="7946"/>
            <ac:graphicFrameMk id="10" creationId="{82C20CEE-6370-C7D7-48D2-8FE63F41B88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D8F5-9D5F-BBA7-FA98-AF9657659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868C25-33BE-2F45-67D1-9581A6B29F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65DB9-58BA-508A-38F3-D4E04C6D2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CD82-9816-415A-9BCF-D8CD9D107EB0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7C0FA-64C4-C02B-3A81-E0B9C0AC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50D55-4466-16DB-5E34-3DB14B65C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2DA62-968E-437E-93E8-A5AB23AF9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83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DC08E-0BEA-CFD9-4B01-71695CB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41160-EA3C-C74C-C503-5FF4C73BC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E96EF-1DD3-0CD3-30CB-5D28DA166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CD82-9816-415A-9BCF-D8CD9D107EB0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1C610-7A2F-C575-FE25-4E261F1AF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5F66B-0D1B-E25E-C5F9-EE6639C6D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2DA62-968E-437E-93E8-A5AB23AF9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202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4DC5D-AA26-A160-B1B5-9CEA0C9B8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A1845-DC3B-43A7-B7E8-18583D784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F1E79-124F-B9B1-5FE6-E1CC3E634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CD82-9816-415A-9BCF-D8CD9D107EB0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9FDC1-F638-BBF3-0483-0BB2C6834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0AEC5-5B7A-6BEE-FE47-4F1D82307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2DA62-968E-437E-93E8-A5AB23AF9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082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A0959-FB48-840E-8DBC-FF9DB966E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DCF21-1B04-0411-1F99-51240B0A1A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8000FF-0076-040A-B067-EC2592E65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D5411-4543-3255-D5E1-C652E8B99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CD82-9816-415A-9BCF-D8CD9D107EB0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C8EE72-BBB7-E56D-0321-514E10900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AEB02-120D-B81A-35FD-CFF1B76F0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2DA62-968E-437E-93E8-A5AB23AF9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63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82B9C-3613-5C2B-5FC2-DF453F726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2FB4A-BEC4-781D-53A2-6D9A2AFE6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641A80-F685-19DA-4B43-1E61421AB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4C76CA-DA40-F46D-FDDC-4D7C94B47B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F0275-50EC-AF33-7452-F15E63B277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E65E82-F43D-AA61-C8D7-6844D176D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CD82-9816-415A-9BCF-D8CD9D107EB0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F0FD9B-E5FD-07C9-4C25-B25140A0B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57E5F3-BEFD-9FF4-CBF2-3528C8EAC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2DA62-968E-437E-93E8-A5AB23AF9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740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6A8E5-4D98-A357-EBF4-73C5B2537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FC935F-10E4-6E64-1400-840906C98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CD82-9816-415A-9BCF-D8CD9D107EB0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561F25-6612-83FA-AD6B-3B1B8A969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6C90C6-89EF-121A-3D6B-ADF185C26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2DA62-968E-437E-93E8-A5AB23AF9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44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63CEB1-C0AC-9218-4CC6-0170EF9C6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CD82-9816-415A-9BCF-D8CD9D107EB0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777A0E-2799-340D-1FA6-5C41BA58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7138E-DD44-9F07-3D26-BBE10F358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2DA62-968E-437E-93E8-A5AB23AF9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77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A2E31-8E4E-E49D-5C5A-C03CE205E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B0032-432E-8B89-08F0-7D8DC5EC5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A0E850-8ED4-90A9-8627-5432BE783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40F4FC-CC4B-2C84-3546-09AB970A9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CD82-9816-415A-9BCF-D8CD9D107EB0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1754F4-96BE-B2E9-8AEC-D876C3376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AE464-25CB-A4E0-1136-279B60B1F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2DA62-968E-437E-93E8-A5AB23AF9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113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7A9DC-65BB-755B-F969-DF4ED36A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29EFA4-8946-E97F-7197-6D8F10DA26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740EF-7A1A-59D9-7EA9-E4B5D480E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9C38C-A03D-7AA8-083F-31DABB864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CD82-9816-415A-9BCF-D8CD9D107EB0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1B9310-D2AB-F068-E03C-C92993281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E6D5-7261-4766-B6FB-5F0CCA349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2DA62-968E-437E-93E8-A5AB23AF9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79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99C5F-D6D3-BDDE-7CB4-559CA9B6D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CEE2A5-7C70-CB81-54EF-DCBC94F48A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7B540-6B92-5279-1A7A-DECCF515C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CD82-9816-415A-9BCF-D8CD9D107EB0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A2B9D-8EE4-A0D2-7E1A-09CEFD84C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71BFD-2F97-B7DA-3A7F-C3711B900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2DA62-968E-437E-93E8-A5AB23AF9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926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CB82ED-0169-5F02-74DE-9E8AEBFD37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359A6D-88D5-4B03-241D-B0598232D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8C689-6E4E-C08A-CEB4-FDF7EEDCB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CD82-9816-415A-9BCF-D8CD9D107EB0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7AB96-1AF0-2A2A-1EFC-0637CAE27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F64B8-0A76-85F0-4EC1-3248877C6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2DA62-968E-437E-93E8-A5AB23AF9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028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5CEF69-7280-54E7-2EB7-C0B00404C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F43891-2602-1581-E5A2-440CD8733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3D2D9-2260-98A3-4B99-48BEDC0073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8CD82-9816-415A-9BCF-D8CD9D107EB0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C8199-33B4-49FD-33E9-BEEC400E7A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2136A-868B-4A1F-346C-56A7BCC569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82DA62-968E-437E-93E8-A5AB23AF9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894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5.png"/><Relationship Id="rId4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microsoft.com/office/2007/relationships/hdphoto" Target="../media/hdphoto6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microsoft.com/office/2007/relationships/hdphoto" Target="../media/hdphoto7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jpeg"/><Relationship Id="rId7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8.wdp"/><Relationship Id="rId5" Type="http://schemas.openxmlformats.org/officeDocument/2006/relationships/image" Target="../media/image14.png"/><Relationship Id="rId4" Type="http://schemas.openxmlformats.org/officeDocument/2006/relationships/image" Target="../media/image13.jpeg"/><Relationship Id="rId9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18.jpeg"/><Relationship Id="rId7" Type="http://schemas.openxmlformats.org/officeDocument/2006/relationships/image" Target="../media/image2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9.wdp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0.wdp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mailto:QM-QAQC@sobha-me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2788ECFB-DF2B-6448-3062-D25A94B9C3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989" y="184534"/>
            <a:ext cx="1048745" cy="148346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ACDDBF9-9729-755B-AF47-421F552C69EC}"/>
              </a:ext>
            </a:extLst>
          </p:cNvPr>
          <p:cNvSpPr/>
          <p:nvPr/>
        </p:nvSpPr>
        <p:spPr>
          <a:xfrm>
            <a:off x="171450" y="1646678"/>
            <a:ext cx="11849100" cy="77288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SOBHA ACCEPTABLE QUALITY LEVEL (SAQL)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53FE5C0-8408-65AC-A477-6F4894678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622504"/>
              </p:ext>
            </p:extLst>
          </p:nvPr>
        </p:nvGraphicFramePr>
        <p:xfrm>
          <a:off x="3852134" y="2491880"/>
          <a:ext cx="4313563" cy="1874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6979">
                  <a:extLst>
                    <a:ext uri="{9D8B030D-6E8A-4147-A177-3AD203B41FA5}">
                      <a16:colId xmlns:a16="http://schemas.microsoft.com/office/drawing/2014/main" val="2194189002"/>
                    </a:ext>
                  </a:extLst>
                </a:gridCol>
                <a:gridCol w="2386584">
                  <a:extLst>
                    <a:ext uri="{9D8B030D-6E8A-4147-A177-3AD203B41FA5}">
                      <a16:colId xmlns:a16="http://schemas.microsoft.com/office/drawing/2014/main" val="3965880874"/>
                    </a:ext>
                  </a:extLst>
                </a:gridCol>
              </a:tblGrid>
              <a:tr h="374848">
                <a:tc>
                  <a:txBody>
                    <a:bodyPr/>
                    <a:lstStyle/>
                    <a:p>
                      <a:r>
                        <a:rPr lang="en-US" sz="1400" b="1"/>
                        <a:t>Document Title :</a:t>
                      </a:r>
                      <a:endParaRPr lang="en-US" sz="1400" b="1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Silicon Application</a:t>
                      </a:r>
                      <a:endParaRPr lang="en-US" sz="14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1653206"/>
                  </a:ext>
                </a:extLst>
              </a:tr>
              <a:tr h="374848">
                <a:tc>
                  <a:txBody>
                    <a:bodyPr/>
                    <a:lstStyle/>
                    <a:p>
                      <a:r>
                        <a:rPr lang="en-US" sz="1400" b="1"/>
                        <a:t>Document Number :</a:t>
                      </a:r>
                      <a:endParaRPr lang="en-US" sz="1400" b="1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ri (Body)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SCL-SAQL-002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016095"/>
                  </a:ext>
                </a:extLst>
              </a:tr>
              <a:tr h="374848">
                <a:tc>
                  <a:txBody>
                    <a:bodyPr/>
                    <a:lstStyle/>
                    <a:p>
                      <a:r>
                        <a:rPr lang="en-US" sz="1400" b="1"/>
                        <a:t>Date of Origin :</a:t>
                      </a:r>
                      <a:endParaRPr lang="en-US" sz="1400" b="1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ri (Body)"/>
                        </a:rPr>
                        <a:t>08.05.2026</a:t>
                      </a:r>
                      <a:endParaRPr lang="en-US" sz="1400" dirty="0">
                        <a:latin typeface="Calibri (Body)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0738085"/>
                  </a:ext>
                </a:extLst>
              </a:tr>
              <a:tr h="3748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Date of Revision :</a:t>
                      </a:r>
                      <a:endParaRPr lang="en-US" sz="1400" b="1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Calibri (Body)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9525268"/>
                  </a:ext>
                </a:extLst>
              </a:tr>
              <a:tr h="374848">
                <a:tc>
                  <a:txBody>
                    <a:bodyPr/>
                    <a:lstStyle/>
                    <a:p>
                      <a:r>
                        <a:rPr lang="en-US" sz="1400" b="1"/>
                        <a:t>Revision Number :</a:t>
                      </a:r>
                      <a:endParaRPr lang="en-US" sz="1400" b="1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ri (Body)"/>
                        </a:rPr>
                        <a:t>00</a:t>
                      </a:r>
                      <a:endParaRPr lang="en-US" sz="1400" dirty="0">
                        <a:latin typeface="Calibri (Body)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142021"/>
                  </a:ext>
                </a:extLst>
              </a:tr>
            </a:tbl>
          </a:graphicData>
        </a:graphic>
      </p:graphicFrame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E27EFA21-AD94-15DB-B6EF-81558C7E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3640" y="6667500"/>
            <a:ext cx="498360" cy="190500"/>
          </a:xfrm>
        </p:spPr>
        <p:txBody>
          <a:bodyPr/>
          <a:lstStyle/>
          <a:p>
            <a:pPr algn="ctr"/>
            <a:fld id="{4E2CB364-61B8-4529-A871-582E53A6D800}" type="slidenum">
              <a:rPr lang="en-US" sz="1100" smtClean="0"/>
              <a:pPr algn="ctr"/>
              <a:t>1</a:t>
            </a:fld>
            <a:endParaRPr lang="en-US" sz="1100"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1ED1DACC-8B47-18DB-73C7-62C26BE0B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21170" y="657952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/>
              <a:t>Sobha Constructions LLC</a:t>
            </a:r>
            <a:endParaRPr lang="en-AE" sz="11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46330B-0D97-DE84-C745-1E3879402ED4}"/>
              </a:ext>
            </a:extLst>
          </p:cNvPr>
          <p:cNvSpPr/>
          <p:nvPr/>
        </p:nvSpPr>
        <p:spPr>
          <a:xfrm>
            <a:off x="96253" y="105878"/>
            <a:ext cx="11924297" cy="6473642"/>
          </a:xfrm>
          <a:prstGeom prst="rect">
            <a:avLst/>
          </a:prstGeom>
          <a:noFill/>
          <a:ln w="19050" cap="flat" cmpd="sng" algn="ctr">
            <a:solidFill>
              <a:srgbClr val="A2421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D92BB72-7A27-2CC2-96AA-E3047FAEA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150428"/>
              </p:ext>
            </p:extLst>
          </p:nvPr>
        </p:nvGraphicFramePr>
        <p:xfrm>
          <a:off x="407999" y="4602816"/>
          <a:ext cx="11376000" cy="17400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2000">
                  <a:extLst>
                    <a:ext uri="{9D8B030D-6E8A-4147-A177-3AD203B41FA5}">
                      <a16:colId xmlns:a16="http://schemas.microsoft.com/office/drawing/2014/main" val="2960111029"/>
                    </a:ext>
                  </a:extLst>
                </a:gridCol>
                <a:gridCol w="1422000">
                  <a:extLst>
                    <a:ext uri="{9D8B030D-6E8A-4147-A177-3AD203B41FA5}">
                      <a16:colId xmlns:a16="http://schemas.microsoft.com/office/drawing/2014/main" val="1092653974"/>
                    </a:ext>
                  </a:extLst>
                </a:gridCol>
                <a:gridCol w="1422000">
                  <a:extLst>
                    <a:ext uri="{9D8B030D-6E8A-4147-A177-3AD203B41FA5}">
                      <a16:colId xmlns:a16="http://schemas.microsoft.com/office/drawing/2014/main" val="3158659051"/>
                    </a:ext>
                  </a:extLst>
                </a:gridCol>
                <a:gridCol w="1422000">
                  <a:extLst>
                    <a:ext uri="{9D8B030D-6E8A-4147-A177-3AD203B41FA5}">
                      <a16:colId xmlns:a16="http://schemas.microsoft.com/office/drawing/2014/main" val="3686760163"/>
                    </a:ext>
                  </a:extLst>
                </a:gridCol>
                <a:gridCol w="1422000">
                  <a:extLst>
                    <a:ext uri="{9D8B030D-6E8A-4147-A177-3AD203B41FA5}">
                      <a16:colId xmlns:a16="http://schemas.microsoft.com/office/drawing/2014/main" val="2343068860"/>
                    </a:ext>
                  </a:extLst>
                </a:gridCol>
                <a:gridCol w="1422000">
                  <a:extLst>
                    <a:ext uri="{9D8B030D-6E8A-4147-A177-3AD203B41FA5}">
                      <a16:colId xmlns:a16="http://schemas.microsoft.com/office/drawing/2014/main" val="2096238155"/>
                    </a:ext>
                  </a:extLst>
                </a:gridCol>
                <a:gridCol w="1422000">
                  <a:extLst>
                    <a:ext uri="{9D8B030D-6E8A-4147-A177-3AD203B41FA5}">
                      <a16:colId xmlns:a16="http://schemas.microsoft.com/office/drawing/2014/main" val="4049288807"/>
                    </a:ext>
                  </a:extLst>
                </a:gridCol>
                <a:gridCol w="1422000">
                  <a:extLst>
                    <a:ext uri="{9D8B030D-6E8A-4147-A177-3AD203B41FA5}">
                      <a16:colId xmlns:a16="http://schemas.microsoft.com/office/drawing/2014/main" val="1003756468"/>
                    </a:ext>
                  </a:extLst>
                </a:gridCol>
              </a:tblGrid>
              <a:tr h="376293">
                <a:tc>
                  <a:txBody>
                    <a:bodyPr/>
                    <a:lstStyle/>
                    <a:p>
                      <a:endParaRPr lang="en-US" sz="11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Tahoma"/>
                          <a:ea typeface="Tahoma"/>
                          <a:cs typeface="Tahoma"/>
                        </a:rPr>
                        <a:t>PREPARED BY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Tahoma"/>
                          <a:ea typeface="Tahoma"/>
                          <a:cs typeface="Tahoma"/>
                        </a:rPr>
                        <a:t>REVIEWED BY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Tahoma"/>
                          <a:ea typeface="Tahoma"/>
                          <a:cs typeface="Tahoma"/>
                        </a:rPr>
                        <a:t>REVIEWED BY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Tahoma"/>
                          <a:ea typeface="Tahoma"/>
                          <a:cs typeface="Tahoma"/>
                        </a:rPr>
                        <a:t>APPROVED BY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Tahoma"/>
                          <a:ea typeface="Tahoma"/>
                          <a:cs typeface="Tahoma"/>
                        </a:rPr>
                        <a:t>APPROVED BY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Tahoma"/>
                          <a:ea typeface="Tahoma"/>
                          <a:cs typeface="Tahoma"/>
                        </a:rPr>
                        <a:t>APPROVED BY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Tahoma"/>
                          <a:ea typeface="Tahoma"/>
                          <a:cs typeface="Tahoma"/>
                        </a:rPr>
                        <a:t>APPROVED BY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5136930"/>
                  </a:ext>
                </a:extLst>
              </a:tr>
              <a:tr h="339505"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Tahoma"/>
                          <a:ea typeface="Tahoma"/>
                          <a:cs typeface="Tahoma"/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Tahoma"/>
                          <a:ea typeface="Tahoma"/>
                          <a:cs typeface="Tahoma"/>
                        </a:rPr>
                        <a:t>Mr. Deepan Shanmugavel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Mr. Rajeshkumar Lakshmanan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Mr. Thangapandi Rathinam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Mr. Suleyman Celik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Mr. Ayaz Siddiqui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Mr. Senthil Kumar Parasuraman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Mr. Karthikraj Rajendran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4111037"/>
                  </a:ext>
                </a:extLst>
              </a:tr>
              <a:tr h="677689"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Tahoma"/>
                          <a:ea typeface="Tahoma"/>
                          <a:cs typeface="Tahoma"/>
                        </a:rPr>
                        <a:t>SIGNATURE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4979008"/>
                  </a:ext>
                </a:extLst>
              </a:tr>
              <a:tr h="259306"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Tahoma"/>
                          <a:ea typeface="Tahoma"/>
                          <a:cs typeface="Tahoma"/>
                        </a:rPr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0080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3829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F8A1A-0CAD-B3C5-73F4-929EC0728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1ADA3-8FAA-D88D-93F2-8E7812A020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21170" y="6667500"/>
            <a:ext cx="4114800" cy="19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/>
              <a:t>Sobha Constructions LLC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EEFCD1-6209-E9E5-9715-5A9A50F67945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AMENDMENT SHEET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C381D9-772B-50CF-05F1-862B22BB101C}"/>
              </a:ext>
            </a:extLst>
          </p:cNvPr>
          <p:cNvSpPr/>
          <p:nvPr/>
        </p:nvSpPr>
        <p:spPr>
          <a:xfrm>
            <a:off x="96253" y="105878"/>
            <a:ext cx="11924297" cy="6473642"/>
          </a:xfrm>
          <a:prstGeom prst="rect">
            <a:avLst/>
          </a:prstGeom>
          <a:noFill/>
          <a:ln w="19050" cap="flat" cmpd="sng" algn="ctr">
            <a:solidFill>
              <a:srgbClr val="A2421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F22815-69A6-331C-EF54-3753D6335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967688"/>
              </p:ext>
            </p:extLst>
          </p:nvPr>
        </p:nvGraphicFramePr>
        <p:xfrm>
          <a:off x="2608911" y="982027"/>
          <a:ext cx="6713855" cy="51238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80770">
                  <a:extLst>
                    <a:ext uri="{9D8B030D-6E8A-4147-A177-3AD203B41FA5}">
                      <a16:colId xmlns:a16="http://schemas.microsoft.com/office/drawing/2014/main" val="512956853"/>
                    </a:ext>
                  </a:extLst>
                </a:gridCol>
                <a:gridCol w="4490085">
                  <a:extLst>
                    <a:ext uri="{9D8B030D-6E8A-4147-A177-3AD203B41FA5}">
                      <a16:colId xmlns:a16="http://schemas.microsoft.com/office/drawing/2014/main" val="153434054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561234880"/>
                    </a:ext>
                  </a:extLst>
                </a:gridCol>
              </a:tblGrid>
              <a:tr h="4438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E" sz="1200" kern="100" dirty="0">
                          <a:solidFill>
                            <a:schemeClr val="tx1"/>
                          </a:solidFill>
                          <a:effectLst/>
                        </a:rPr>
                        <a:t>DATE OF REV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E" sz="1200" kern="100" dirty="0">
                          <a:solidFill>
                            <a:schemeClr val="tx1"/>
                          </a:solidFill>
                          <a:effectLst/>
                        </a:rPr>
                        <a:t>SUBJECT OF THE AMENDMENT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E" sz="1200" kern="100" dirty="0">
                          <a:solidFill>
                            <a:schemeClr val="tx1"/>
                          </a:solidFill>
                          <a:effectLst/>
                        </a:rPr>
                        <a:t>REV. NO.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020749"/>
                  </a:ext>
                </a:extLst>
              </a:tr>
              <a:tr h="4679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E" sz="1050" kern="100" dirty="0">
                          <a:solidFill>
                            <a:schemeClr val="tx1"/>
                          </a:solidFill>
                          <a:effectLst/>
                        </a:rPr>
                        <a:t>08/05/2026</a:t>
                      </a: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E" sz="1100" kern="1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New release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E" sz="1050" kern="100" dirty="0">
                          <a:solidFill>
                            <a:schemeClr val="tx1"/>
                          </a:solidFill>
                          <a:effectLst/>
                        </a:rPr>
                        <a:t>00</a:t>
                      </a: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707586"/>
                  </a:ext>
                </a:extLst>
              </a:tr>
              <a:tr h="4679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061831"/>
                  </a:ext>
                </a:extLst>
              </a:tr>
              <a:tr h="4679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789422"/>
                  </a:ext>
                </a:extLst>
              </a:tr>
              <a:tr h="4679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71282"/>
                  </a:ext>
                </a:extLst>
              </a:tr>
              <a:tr h="4679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609274"/>
                  </a:ext>
                </a:extLst>
              </a:tr>
              <a:tr h="4679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953619"/>
                  </a:ext>
                </a:extLst>
              </a:tr>
              <a:tr h="4679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018327"/>
                  </a:ext>
                </a:extLst>
              </a:tr>
              <a:tr h="4679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258043"/>
                  </a:ext>
                </a:extLst>
              </a:tr>
              <a:tr h="4679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772536"/>
                  </a:ext>
                </a:extLst>
              </a:tr>
              <a:tr h="4679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58277"/>
                  </a:ext>
                </a:extLst>
              </a:tr>
            </a:tbl>
          </a:graphicData>
        </a:graphic>
      </p:graphicFrame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3F45EB00-9083-4A66-F53E-E7BA14FE01F3}"/>
              </a:ext>
            </a:extLst>
          </p:cNvPr>
          <p:cNvSpPr txBox="1">
            <a:spLocks/>
          </p:cNvSpPr>
          <p:nvPr/>
        </p:nvSpPr>
        <p:spPr>
          <a:xfrm>
            <a:off x="11745227" y="6579520"/>
            <a:ext cx="446773" cy="2784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E2CB364-61B8-4529-A871-582E53A6D800}" type="slidenum">
              <a:rPr lang="en-US" smtClean="0"/>
              <a:pPr algn="ctr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711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62325-6C01-9D87-7B7C-A6FDBDAF5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AE971E-D663-5CB2-9D3C-E80D160663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21170" y="6667500"/>
            <a:ext cx="4114800" cy="19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/>
              <a:t>Sobha Constructions LLC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30257D-7A51-6B00-2E11-7DCD796ABBB1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OBJECTIVES</a:t>
            </a:r>
            <a:endParaRPr lang="en-AE" sz="1600" b="1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4F092AA3-8B32-F49C-A850-FD477A2939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249768"/>
              </p:ext>
            </p:extLst>
          </p:nvPr>
        </p:nvGraphicFramePr>
        <p:xfrm>
          <a:off x="994038" y="1106424"/>
          <a:ext cx="10203924" cy="373669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610819">
                  <a:extLst>
                    <a:ext uri="{9D8B030D-6E8A-4147-A177-3AD203B41FA5}">
                      <a16:colId xmlns:a16="http://schemas.microsoft.com/office/drawing/2014/main" val="2194189002"/>
                    </a:ext>
                  </a:extLst>
                </a:gridCol>
                <a:gridCol w="7593105">
                  <a:extLst>
                    <a:ext uri="{9D8B030D-6E8A-4147-A177-3AD203B41FA5}">
                      <a16:colId xmlns:a16="http://schemas.microsoft.com/office/drawing/2014/main" val="3965880874"/>
                    </a:ext>
                  </a:extLst>
                </a:gridCol>
              </a:tblGrid>
              <a:tr h="846942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1200" b="0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The objective of this guideline is to provide a standard procedure for Silicon Application Acceptable levels according to the Zones.</a:t>
                      </a:r>
                      <a:endParaRPr lang="en-US" sz="1200" b="0" kern="120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653206"/>
                  </a:ext>
                </a:extLst>
              </a:tr>
              <a:tr h="1195865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 sz="1200" b="0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This document is valid for Silicon Application Aesthetics Acceptance.</a:t>
                      </a:r>
                      <a:endParaRPr lang="en-US" sz="1200" b="0" kern="120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6016095"/>
                  </a:ext>
                </a:extLst>
              </a:tr>
              <a:tr h="846942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RESPONSIBLE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Site execution shall strictly adhere to the approved standards. QA/QC and QCS shall use these standards for inspection.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738085"/>
                  </a:ext>
                </a:extLst>
              </a:tr>
              <a:tr h="846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TERMS &amp; REFERENCES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The QM / BE team shall be responsible for revising and updating the applicable standards as required.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525268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4FE42F3E-21B1-6E35-FA55-51445723B1B2}"/>
              </a:ext>
            </a:extLst>
          </p:cNvPr>
          <p:cNvSpPr/>
          <p:nvPr/>
        </p:nvSpPr>
        <p:spPr>
          <a:xfrm>
            <a:off x="96253" y="105878"/>
            <a:ext cx="11924297" cy="6473642"/>
          </a:xfrm>
          <a:prstGeom prst="rect">
            <a:avLst/>
          </a:prstGeom>
          <a:noFill/>
          <a:ln w="19050" cap="flat" cmpd="sng" algn="ctr">
            <a:solidFill>
              <a:srgbClr val="A2421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59BC8-E6F1-135F-21AF-D434DE43A37D}"/>
              </a:ext>
            </a:extLst>
          </p:cNvPr>
          <p:cNvSpPr txBox="1">
            <a:spLocks/>
          </p:cNvSpPr>
          <p:nvPr/>
        </p:nvSpPr>
        <p:spPr>
          <a:xfrm>
            <a:off x="11745227" y="6579520"/>
            <a:ext cx="446773" cy="2784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E2CB364-61B8-4529-A871-582E53A6D800}" type="slidenum">
              <a:rPr lang="en-US" smtClean="0"/>
              <a:pPr algn="ctr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744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2952A-D91A-9958-C023-ACA53C775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49AD75B-8D34-4BFC-2982-289E223309C2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CATEGORIZATION / ZONES</a:t>
            </a:r>
            <a:endParaRPr lang="en-AE" sz="16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898A2C-88FA-5DA6-DBD3-B55B6891E04B}"/>
              </a:ext>
            </a:extLst>
          </p:cNvPr>
          <p:cNvSpPr/>
          <p:nvPr/>
        </p:nvSpPr>
        <p:spPr>
          <a:xfrm>
            <a:off x="96253" y="105878"/>
            <a:ext cx="11924297" cy="6473642"/>
          </a:xfrm>
          <a:prstGeom prst="rect">
            <a:avLst/>
          </a:prstGeom>
          <a:noFill/>
          <a:ln w="19050" cap="flat" cmpd="sng" algn="ctr">
            <a:solidFill>
              <a:srgbClr val="A2421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C6DC9F52-8780-4565-2DFA-3AA958870D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6123" y="0"/>
            <a:ext cx="469521" cy="6641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465364-B949-3B22-0D64-D09C9C9EF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9091" y="1800058"/>
            <a:ext cx="4505776" cy="43832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B31081F6-E4D2-2823-DA95-2A9305FD8AEA}"/>
              </a:ext>
            </a:extLst>
          </p:cNvPr>
          <p:cNvSpPr txBox="1">
            <a:spLocks/>
          </p:cNvSpPr>
          <p:nvPr/>
        </p:nvSpPr>
        <p:spPr>
          <a:xfrm>
            <a:off x="3821170" y="6667500"/>
            <a:ext cx="4114800" cy="19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/>
              <a:t>Sobha Constructions LLC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4D6D5DB6-C0B5-7209-8725-C6664B643E4B}"/>
              </a:ext>
            </a:extLst>
          </p:cNvPr>
          <p:cNvSpPr txBox="1">
            <a:spLocks/>
          </p:cNvSpPr>
          <p:nvPr/>
        </p:nvSpPr>
        <p:spPr>
          <a:xfrm>
            <a:off x="11745227" y="6579520"/>
            <a:ext cx="446773" cy="2784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E2CB364-61B8-4529-A871-582E53A6D800}" type="slidenum">
              <a:rPr lang="en-US" smtClean="0"/>
              <a:pPr algn="ctr"/>
              <a:t>4</a:t>
            </a:fld>
            <a:endParaRPr 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514AF5C-1B2D-6D53-FF51-25667A565E05}"/>
              </a:ext>
            </a:extLst>
          </p:cNvPr>
          <p:cNvSpPr/>
          <p:nvPr/>
        </p:nvSpPr>
        <p:spPr>
          <a:xfrm>
            <a:off x="783486" y="2343393"/>
            <a:ext cx="442512" cy="3528019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D99AB1B-516B-CD68-2360-2AF264965103}"/>
              </a:ext>
            </a:extLst>
          </p:cNvPr>
          <p:cNvSpPr/>
          <p:nvPr/>
        </p:nvSpPr>
        <p:spPr>
          <a:xfrm rot="5400000">
            <a:off x="2702248" y="-50788"/>
            <a:ext cx="475418" cy="4312943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22FD300-6588-276D-0B6D-DF6AB822B0A3}"/>
              </a:ext>
            </a:extLst>
          </p:cNvPr>
          <p:cNvSpPr/>
          <p:nvPr/>
        </p:nvSpPr>
        <p:spPr>
          <a:xfrm>
            <a:off x="376438" y="1195666"/>
            <a:ext cx="5100337" cy="5259974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CA689E2-D1F1-4E69-DD73-364209CCFFA1}"/>
              </a:ext>
            </a:extLst>
          </p:cNvPr>
          <p:cNvSpPr txBox="1"/>
          <p:nvPr/>
        </p:nvSpPr>
        <p:spPr>
          <a:xfrm>
            <a:off x="1634406" y="1295711"/>
            <a:ext cx="2450567" cy="27699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Silicon Jamb External Facade </a:t>
            </a:r>
            <a:endParaRPr lang="en-US" sz="1200" b="1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B24217B-2249-393A-664A-C5C28E5BC4C6}"/>
              </a:ext>
            </a:extLst>
          </p:cNvPr>
          <p:cNvSpPr txBox="1"/>
          <p:nvPr/>
        </p:nvSpPr>
        <p:spPr>
          <a:xfrm>
            <a:off x="8078753" y="1270520"/>
            <a:ext cx="2414018" cy="27699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Silicon Jamb Internal Facade</a:t>
            </a:r>
            <a:endParaRPr lang="en-US" sz="1200" b="1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F3F186-C278-5244-E398-EA557310B21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1073"/>
          <a:stretch>
            <a:fillRect/>
          </a:stretch>
        </p:blipFill>
        <p:spPr bwMode="auto">
          <a:xfrm>
            <a:off x="7085615" y="1700151"/>
            <a:ext cx="4179444" cy="4432733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C29FCC2-45E8-39CF-5C4D-EADD155D19B1}"/>
              </a:ext>
            </a:extLst>
          </p:cNvPr>
          <p:cNvSpPr/>
          <p:nvPr/>
        </p:nvSpPr>
        <p:spPr>
          <a:xfrm rot="5400000">
            <a:off x="2754150" y="3903829"/>
            <a:ext cx="403133" cy="4338299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BDAB59E-1427-4EB8-6140-C4924A4ECB86}"/>
              </a:ext>
            </a:extLst>
          </p:cNvPr>
          <p:cNvSpPr/>
          <p:nvPr/>
        </p:nvSpPr>
        <p:spPr>
          <a:xfrm>
            <a:off x="4552375" y="2343392"/>
            <a:ext cx="544054" cy="3520291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68B32DBA-EDED-74DA-EA2C-C3E0303C44AD}"/>
              </a:ext>
            </a:extLst>
          </p:cNvPr>
          <p:cNvSpPr/>
          <p:nvPr/>
        </p:nvSpPr>
        <p:spPr>
          <a:xfrm>
            <a:off x="2592938" y="2030848"/>
            <a:ext cx="712177" cy="2013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</a:t>
            </a:r>
            <a:endParaRPr lang="en-AE" sz="120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A8678C06-EFAC-B7C4-E8E0-8A373BCA064C}"/>
              </a:ext>
            </a:extLst>
          </p:cNvPr>
          <p:cNvSpPr/>
          <p:nvPr/>
        </p:nvSpPr>
        <p:spPr>
          <a:xfrm>
            <a:off x="2480090" y="5947304"/>
            <a:ext cx="998285" cy="2013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Bottom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77822282-203A-1F5C-7C59-BEE1BA12E4F6}"/>
              </a:ext>
            </a:extLst>
          </p:cNvPr>
          <p:cNvSpPr/>
          <p:nvPr/>
        </p:nvSpPr>
        <p:spPr>
          <a:xfrm>
            <a:off x="538950" y="3842731"/>
            <a:ext cx="764500" cy="26167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Left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6DB92782-7513-3E66-6F41-4F99F2E900BA}"/>
              </a:ext>
            </a:extLst>
          </p:cNvPr>
          <p:cNvSpPr/>
          <p:nvPr/>
        </p:nvSpPr>
        <p:spPr>
          <a:xfrm>
            <a:off x="4464763" y="3842731"/>
            <a:ext cx="764500" cy="26167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A70C4DC-AEEB-3A25-61FD-102EF97D533A}"/>
              </a:ext>
            </a:extLst>
          </p:cNvPr>
          <p:cNvSpPr/>
          <p:nvPr/>
        </p:nvSpPr>
        <p:spPr>
          <a:xfrm>
            <a:off x="6449979" y="1195666"/>
            <a:ext cx="5100337" cy="524207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1F0F30-29DB-1F14-6E3D-C51405E0017E}"/>
              </a:ext>
            </a:extLst>
          </p:cNvPr>
          <p:cNvSpPr txBox="1"/>
          <p:nvPr/>
        </p:nvSpPr>
        <p:spPr>
          <a:xfrm>
            <a:off x="4746588" y="822720"/>
            <a:ext cx="2450567" cy="27699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Silicon – Façade Areas </a:t>
            </a:r>
            <a:endParaRPr lang="en-US" sz="1200" b="1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DAA7422-B322-4552-4FF0-4F0336C4A2CE}"/>
              </a:ext>
            </a:extLst>
          </p:cNvPr>
          <p:cNvSpPr/>
          <p:nvPr/>
        </p:nvSpPr>
        <p:spPr>
          <a:xfrm>
            <a:off x="7542966" y="2232196"/>
            <a:ext cx="442512" cy="3314361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33ED0BEF-D308-7AC6-DAE8-C60CF2591FA2}"/>
              </a:ext>
            </a:extLst>
          </p:cNvPr>
          <p:cNvSpPr/>
          <p:nvPr/>
        </p:nvSpPr>
        <p:spPr>
          <a:xfrm rot="5400000">
            <a:off x="9052237" y="452405"/>
            <a:ext cx="286255" cy="3273329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66295BAA-B382-3969-E43D-15BBC558340B}"/>
              </a:ext>
            </a:extLst>
          </p:cNvPr>
          <p:cNvSpPr/>
          <p:nvPr/>
        </p:nvSpPr>
        <p:spPr>
          <a:xfrm rot="5400000">
            <a:off x="8985930" y="4112765"/>
            <a:ext cx="403133" cy="3289063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AA2BAB7B-9DE7-F0AB-F1B8-076F8D4C6CE8}"/>
              </a:ext>
            </a:extLst>
          </p:cNvPr>
          <p:cNvSpPr/>
          <p:nvPr/>
        </p:nvSpPr>
        <p:spPr>
          <a:xfrm>
            <a:off x="10404270" y="2252929"/>
            <a:ext cx="442513" cy="3314361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A2DBF21F-7081-7EB8-613E-3AC35E1C8473}"/>
              </a:ext>
            </a:extLst>
          </p:cNvPr>
          <p:cNvSpPr/>
          <p:nvPr/>
        </p:nvSpPr>
        <p:spPr>
          <a:xfrm>
            <a:off x="8831407" y="1967218"/>
            <a:ext cx="712177" cy="2013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</a:t>
            </a:r>
            <a:endParaRPr lang="en-AE" sz="120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33B680D3-2010-51EA-3CE2-AC2F2830B599}"/>
              </a:ext>
            </a:extLst>
          </p:cNvPr>
          <p:cNvSpPr/>
          <p:nvPr/>
        </p:nvSpPr>
        <p:spPr>
          <a:xfrm>
            <a:off x="8776229" y="5662334"/>
            <a:ext cx="998285" cy="2013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Bottom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25A89B65-5A8B-6D99-0854-BCC3017E1263}"/>
              </a:ext>
            </a:extLst>
          </p:cNvPr>
          <p:cNvSpPr/>
          <p:nvPr/>
        </p:nvSpPr>
        <p:spPr>
          <a:xfrm>
            <a:off x="7381972" y="3675643"/>
            <a:ext cx="764500" cy="26167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Left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9A14C4D6-7145-F6CD-413F-CFD30E256521}"/>
              </a:ext>
            </a:extLst>
          </p:cNvPr>
          <p:cNvSpPr/>
          <p:nvPr/>
        </p:nvSpPr>
        <p:spPr>
          <a:xfrm>
            <a:off x="10237170" y="3694815"/>
            <a:ext cx="764500" cy="26167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824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E9B1D-8D7F-DA38-98A7-F79202D7C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6D4FFA-27E4-DEF8-A105-E9422A1FBC9A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CATEGORIZATION / ZONES</a:t>
            </a:r>
            <a:endParaRPr lang="en-AE" sz="16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22EC31-27D8-7F58-1B86-2A1ECEEE8930}"/>
              </a:ext>
            </a:extLst>
          </p:cNvPr>
          <p:cNvSpPr/>
          <p:nvPr/>
        </p:nvSpPr>
        <p:spPr>
          <a:xfrm>
            <a:off x="96253" y="105878"/>
            <a:ext cx="11924297" cy="6473642"/>
          </a:xfrm>
          <a:prstGeom prst="rect">
            <a:avLst/>
          </a:prstGeom>
          <a:noFill/>
          <a:ln w="19050" cap="flat" cmpd="sng" algn="ctr">
            <a:solidFill>
              <a:srgbClr val="A2421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EE10549B-5ACB-A4C5-B957-ED738BFA72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6123" y="0"/>
            <a:ext cx="469521" cy="664143"/>
          </a:xfrm>
          <a:prstGeom prst="rect">
            <a:avLst/>
          </a:prstGeom>
        </p:spPr>
      </p:pic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FBFFE676-9167-EC84-258A-334E588F7E08}"/>
              </a:ext>
            </a:extLst>
          </p:cNvPr>
          <p:cNvSpPr txBox="1">
            <a:spLocks/>
          </p:cNvSpPr>
          <p:nvPr/>
        </p:nvSpPr>
        <p:spPr>
          <a:xfrm>
            <a:off x="3821170" y="6667500"/>
            <a:ext cx="4114800" cy="19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/>
              <a:t>Sobha Constructions LLC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91A5E894-CCA8-5A1E-0C49-17C0CB475EDE}"/>
              </a:ext>
            </a:extLst>
          </p:cNvPr>
          <p:cNvSpPr txBox="1">
            <a:spLocks/>
          </p:cNvSpPr>
          <p:nvPr/>
        </p:nvSpPr>
        <p:spPr>
          <a:xfrm>
            <a:off x="11745227" y="6579520"/>
            <a:ext cx="446773" cy="2784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E2CB364-61B8-4529-A871-582E53A6D800}" type="slidenum">
              <a:rPr lang="en-US" smtClean="0"/>
              <a:pPr algn="ctr"/>
              <a:t>5</a:t>
            </a:fld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4D476DB-DFB7-42B4-BEFB-2655CAD9B62F}"/>
              </a:ext>
            </a:extLst>
          </p:cNvPr>
          <p:cNvSpPr/>
          <p:nvPr/>
        </p:nvSpPr>
        <p:spPr>
          <a:xfrm>
            <a:off x="238038" y="1195666"/>
            <a:ext cx="11668413" cy="5259974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DD5648D-FDA8-33F7-6F3F-B1F41B262372}"/>
              </a:ext>
            </a:extLst>
          </p:cNvPr>
          <p:cNvSpPr txBox="1"/>
          <p:nvPr/>
        </p:nvSpPr>
        <p:spPr>
          <a:xfrm>
            <a:off x="1609156" y="1614466"/>
            <a:ext cx="1070293" cy="30777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E" sz="1400" b="1" dirty="0"/>
              <a:t>Wardrobe</a:t>
            </a:r>
            <a:endParaRPr lang="en-US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201243-B74D-F72B-13AC-94138074CD43}"/>
              </a:ext>
            </a:extLst>
          </p:cNvPr>
          <p:cNvSpPr txBox="1"/>
          <p:nvPr/>
        </p:nvSpPr>
        <p:spPr>
          <a:xfrm>
            <a:off x="4746588" y="822720"/>
            <a:ext cx="2450567" cy="27699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Silicon – Joinery Areas </a:t>
            </a:r>
            <a:endParaRPr lang="en-US" sz="1200" b="1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DAC786-E4C1-D019-8D9D-A17920E6634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536" t="3158" r="15045" b="3422"/>
          <a:stretch>
            <a:fillRect/>
          </a:stretch>
        </p:blipFill>
        <p:spPr bwMode="auto">
          <a:xfrm>
            <a:off x="364158" y="2129070"/>
            <a:ext cx="3795327" cy="372308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B368FB-DC18-8C71-363A-4ED3DB33E33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2303" y="2129069"/>
            <a:ext cx="4012051" cy="372308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2BB763-D1E9-84CB-8B06-0BF18E897C39}"/>
              </a:ext>
            </a:extLst>
          </p:cNvPr>
          <p:cNvSpPr txBox="1"/>
          <p:nvPr/>
        </p:nvSpPr>
        <p:spPr>
          <a:xfrm>
            <a:off x="5436230" y="1642434"/>
            <a:ext cx="1682365" cy="30777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/>
            </a:lvl1pPr>
          </a:lstStyle>
          <a:p>
            <a:r>
              <a:rPr lang="en-US" dirty="0"/>
              <a:t>Kitchen Cabinets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7D10D8-5F43-8057-0DBB-6EE66FE2E482}"/>
              </a:ext>
            </a:extLst>
          </p:cNvPr>
          <p:cNvSpPr txBox="1"/>
          <p:nvPr/>
        </p:nvSpPr>
        <p:spPr>
          <a:xfrm>
            <a:off x="9598478" y="1614465"/>
            <a:ext cx="1070293" cy="30777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E" sz="1400" b="1" dirty="0"/>
              <a:t>Door</a:t>
            </a:r>
            <a:endParaRPr lang="en-US" sz="14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6AC8D25-8ED3-36CA-791E-E46CAB099FA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46" t="10038" r="22747" b="16204"/>
          <a:stretch>
            <a:fillRect/>
          </a:stretch>
        </p:blipFill>
        <p:spPr bwMode="auto">
          <a:xfrm flipH="1">
            <a:off x="8557172" y="2129069"/>
            <a:ext cx="3152906" cy="3723088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1E50ED8-D261-C2C9-EEFB-1A479F682097}"/>
              </a:ext>
            </a:extLst>
          </p:cNvPr>
          <p:cNvSpPr/>
          <p:nvPr/>
        </p:nvSpPr>
        <p:spPr>
          <a:xfrm>
            <a:off x="533530" y="2473753"/>
            <a:ext cx="250290" cy="2820877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EFF2DD6-FA35-F231-9F02-17AD156DB5BB}"/>
              </a:ext>
            </a:extLst>
          </p:cNvPr>
          <p:cNvSpPr/>
          <p:nvPr/>
        </p:nvSpPr>
        <p:spPr>
          <a:xfrm rot="5400000">
            <a:off x="1983962" y="752856"/>
            <a:ext cx="261676" cy="3181853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56CAA32-593C-2ED3-77E4-D51886FAE4F5}"/>
              </a:ext>
            </a:extLst>
          </p:cNvPr>
          <p:cNvSpPr/>
          <p:nvPr/>
        </p:nvSpPr>
        <p:spPr>
          <a:xfrm rot="5400000">
            <a:off x="1920394" y="3898110"/>
            <a:ext cx="403133" cy="3196176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EA6F47F-5262-5861-431E-D6E0DC977233}"/>
              </a:ext>
            </a:extLst>
          </p:cNvPr>
          <p:cNvSpPr/>
          <p:nvPr/>
        </p:nvSpPr>
        <p:spPr>
          <a:xfrm>
            <a:off x="3394713" y="2473753"/>
            <a:ext cx="325336" cy="2820878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A803605-69D9-E654-B706-48E10AE651E6}"/>
              </a:ext>
            </a:extLst>
          </p:cNvPr>
          <p:cNvSpPr/>
          <p:nvPr/>
        </p:nvSpPr>
        <p:spPr>
          <a:xfrm>
            <a:off x="1733178" y="2272405"/>
            <a:ext cx="712177" cy="2013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5971200-0777-D313-BDCF-2A1608276DE5}"/>
              </a:ext>
            </a:extLst>
          </p:cNvPr>
          <p:cNvSpPr/>
          <p:nvPr/>
        </p:nvSpPr>
        <p:spPr>
          <a:xfrm>
            <a:off x="1722673" y="5472939"/>
            <a:ext cx="998285" cy="2013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Bottom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18EA72F-809B-8B0E-BFA4-F0CE2922E96A}"/>
              </a:ext>
            </a:extLst>
          </p:cNvPr>
          <p:cNvSpPr/>
          <p:nvPr/>
        </p:nvSpPr>
        <p:spPr>
          <a:xfrm>
            <a:off x="238038" y="3830419"/>
            <a:ext cx="764500" cy="26167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Left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0F5DDFF-E656-403D-4964-CD294099A0E1}"/>
              </a:ext>
            </a:extLst>
          </p:cNvPr>
          <p:cNvSpPr/>
          <p:nvPr/>
        </p:nvSpPr>
        <p:spPr>
          <a:xfrm>
            <a:off x="3394849" y="3860653"/>
            <a:ext cx="764500" cy="26167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818207F-D34A-05C0-BA4F-F9DED8EF767E}"/>
              </a:ext>
            </a:extLst>
          </p:cNvPr>
          <p:cNvSpPr/>
          <p:nvPr/>
        </p:nvSpPr>
        <p:spPr>
          <a:xfrm>
            <a:off x="9015166" y="2707057"/>
            <a:ext cx="460793" cy="2879927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E502CFC-9C32-8D15-632F-84E6C23665A2}"/>
              </a:ext>
            </a:extLst>
          </p:cNvPr>
          <p:cNvSpPr/>
          <p:nvPr/>
        </p:nvSpPr>
        <p:spPr>
          <a:xfrm>
            <a:off x="10808655" y="2704702"/>
            <a:ext cx="351722" cy="2882282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5DE34F6-61EF-9A58-E6B4-68971F6747D2}"/>
              </a:ext>
            </a:extLst>
          </p:cNvPr>
          <p:cNvSpPr/>
          <p:nvPr/>
        </p:nvSpPr>
        <p:spPr>
          <a:xfrm rot="5400000">
            <a:off x="9930472" y="1474797"/>
            <a:ext cx="318253" cy="2141556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C7D10D4-A689-ADDC-1B6E-612E43932674}"/>
              </a:ext>
            </a:extLst>
          </p:cNvPr>
          <p:cNvSpPr/>
          <p:nvPr/>
        </p:nvSpPr>
        <p:spPr>
          <a:xfrm>
            <a:off x="9669497" y="2453765"/>
            <a:ext cx="712177" cy="2013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0221CCD-9C89-6CFF-A428-DB7ACC364401}"/>
              </a:ext>
            </a:extLst>
          </p:cNvPr>
          <p:cNvSpPr/>
          <p:nvPr/>
        </p:nvSpPr>
        <p:spPr>
          <a:xfrm>
            <a:off x="8764143" y="3734691"/>
            <a:ext cx="764500" cy="26167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Left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AC3C3F0-0ABC-6952-9D5B-7DC80AD8CE72}"/>
              </a:ext>
            </a:extLst>
          </p:cNvPr>
          <p:cNvSpPr/>
          <p:nvPr/>
        </p:nvSpPr>
        <p:spPr>
          <a:xfrm>
            <a:off x="10713038" y="3689954"/>
            <a:ext cx="764500" cy="26167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0D6D102-02FA-0945-7803-F0FF0016D6FD}"/>
              </a:ext>
            </a:extLst>
          </p:cNvPr>
          <p:cNvSpPr/>
          <p:nvPr/>
        </p:nvSpPr>
        <p:spPr>
          <a:xfrm>
            <a:off x="5043840" y="2732901"/>
            <a:ext cx="712177" cy="2013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0E295FB-3F39-DC17-BC33-C43A98931564}"/>
              </a:ext>
            </a:extLst>
          </p:cNvPr>
          <p:cNvSpPr/>
          <p:nvPr/>
        </p:nvSpPr>
        <p:spPr>
          <a:xfrm>
            <a:off x="4794062" y="4191854"/>
            <a:ext cx="998285" cy="2013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Bottom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3BD993F-3D99-3953-6341-ACB40E2029BE}"/>
              </a:ext>
            </a:extLst>
          </p:cNvPr>
          <p:cNvSpPr/>
          <p:nvPr/>
        </p:nvSpPr>
        <p:spPr>
          <a:xfrm>
            <a:off x="6846254" y="4191853"/>
            <a:ext cx="998285" cy="2013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Bottom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D0B8107-E522-C25C-6010-E72BFE1F5A8E}"/>
              </a:ext>
            </a:extLst>
          </p:cNvPr>
          <p:cNvSpPr/>
          <p:nvPr/>
        </p:nvSpPr>
        <p:spPr>
          <a:xfrm>
            <a:off x="7118595" y="2577452"/>
            <a:ext cx="712177" cy="2013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CDC57C7-A761-C45C-B040-0773DA633C89}"/>
              </a:ext>
            </a:extLst>
          </p:cNvPr>
          <p:cNvSpPr/>
          <p:nvPr/>
        </p:nvSpPr>
        <p:spPr>
          <a:xfrm>
            <a:off x="4260771" y="2803412"/>
            <a:ext cx="764500" cy="26167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Left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FA0EF6D-593A-E698-AF22-DA78C4A84DBE}"/>
              </a:ext>
            </a:extLst>
          </p:cNvPr>
          <p:cNvSpPr/>
          <p:nvPr/>
        </p:nvSpPr>
        <p:spPr>
          <a:xfrm>
            <a:off x="5373767" y="3254446"/>
            <a:ext cx="764500" cy="26167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505FB57C-808F-E821-CFAB-6B9052A81D96}"/>
              </a:ext>
            </a:extLst>
          </p:cNvPr>
          <p:cNvSpPr/>
          <p:nvPr/>
        </p:nvSpPr>
        <p:spPr>
          <a:xfrm>
            <a:off x="7527065" y="3500952"/>
            <a:ext cx="764500" cy="26167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9B67C7B3-614F-D04D-E4F2-6BD3D3314A57}"/>
              </a:ext>
            </a:extLst>
          </p:cNvPr>
          <p:cNvSpPr/>
          <p:nvPr/>
        </p:nvSpPr>
        <p:spPr>
          <a:xfrm>
            <a:off x="6564503" y="3377441"/>
            <a:ext cx="764500" cy="26167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Left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01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78DF5-60CF-EFC3-6261-75E3E8878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30015AE-4308-97C9-4C44-3CE5AEDB5D74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CATEGORIZATION / ZONES</a:t>
            </a:r>
            <a:endParaRPr lang="en-AE" sz="16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8EFA71-0423-B146-8D70-BD9888B80D2B}"/>
              </a:ext>
            </a:extLst>
          </p:cNvPr>
          <p:cNvSpPr/>
          <p:nvPr/>
        </p:nvSpPr>
        <p:spPr>
          <a:xfrm>
            <a:off x="96253" y="105878"/>
            <a:ext cx="11924297" cy="6473642"/>
          </a:xfrm>
          <a:prstGeom prst="rect">
            <a:avLst/>
          </a:prstGeom>
          <a:noFill/>
          <a:ln w="19050" cap="flat" cmpd="sng" algn="ctr">
            <a:solidFill>
              <a:srgbClr val="A2421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BB94CB2D-4CCA-A59E-37B4-1B542EA49E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6123" y="0"/>
            <a:ext cx="469521" cy="664143"/>
          </a:xfrm>
          <a:prstGeom prst="rect">
            <a:avLst/>
          </a:prstGeom>
        </p:spPr>
      </p:pic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10A6B05C-1EA5-144B-3D6A-37B40F895233}"/>
              </a:ext>
            </a:extLst>
          </p:cNvPr>
          <p:cNvSpPr txBox="1">
            <a:spLocks/>
          </p:cNvSpPr>
          <p:nvPr/>
        </p:nvSpPr>
        <p:spPr>
          <a:xfrm>
            <a:off x="3821170" y="6667500"/>
            <a:ext cx="4114800" cy="19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/>
              <a:t>Sobha Constructions LLC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65B61AFF-05D9-B493-B807-383773241E4E}"/>
              </a:ext>
            </a:extLst>
          </p:cNvPr>
          <p:cNvSpPr txBox="1">
            <a:spLocks/>
          </p:cNvSpPr>
          <p:nvPr/>
        </p:nvSpPr>
        <p:spPr>
          <a:xfrm>
            <a:off x="11745227" y="6579520"/>
            <a:ext cx="446773" cy="2784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E2CB364-61B8-4529-A871-582E53A6D800}" type="slidenum">
              <a:rPr lang="en-US" smtClean="0"/>
              <a:pPr algn="ctr"/>
              <a:t>6</a:t>
            </a:fld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3CA2DB4-EF11-4C25-2634-467FCD7FC0DF}"/>
              </a:ext>
            </a:extLst>
          </p:cNvPr>
          <p:cNvSpPr/>
          <p:nvPr/>
        </p:nvSpPr>
        <p:spPr>
          <a:xfrm>
            <a:off x="238038" y="1195666"/>
            <a:ext cx="11668413" cy="5259974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C9DC3B6-DED2-9300-3E33-9D45E606909C}"/>
              </a:ext>
            </a:extLst>
          </p:cNvPr>
          <p:cNvSpPr txBox="1"/>
          <p:nvPr/>
        </p:nvSpPr>
        <p:spPr>
          <a:xfrm>
            <a:off x="4746588" y="822720"/>
            <a:ext cx="2450567" cy="27699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Silicon – Sanitary Areas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5DEDE6-7294-35AC-085F-AD6061D163D2}"/>
              </a:ext>
            </a:extLst>
          </p:cNvPr>
          <p:cNvSpPr txBox="1"/>
          <p:nvPr/>
        </p:nvSpPr>
        <p:spPr>
          <a:xfrm>
            <a:off x="10216582" y="5038479"/>
            <a:ext cx="1477058" cy="7386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/>
            </a:lvl1pPr>
          </a:lstStyle>
          <a:p>
            <a:r>
              <a:rPr lang="en-AE" dirty="0"/>
              <a:t>Sink and countertop bottom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F679678-C6AF-059F-9143-810742F6CD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25237"/>
            <a:ext cx="5030804" cy="284458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925CBA4-AE75-2DDE-1A28-1A93A7020B1A}"/>
              </a:ext>
            </a:extLst>
          </p:cNvPr>
          <p:cNvSpPr txBox="1"/>
          <p:nvPr/>
        </p:nvSpPr>
        <p:spPr>
          <a:xfrm>
            <a:off x="2860263" y="1262572"/>
            <a:ext cx="1070293" cy="30777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E" sz="1400" b="1" dirty="0"/>
              <a:t>Bath Tub</a:t>
            </a: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D1F958-F3A4-CAAC-B80D-A68549E7CEDA}"/>
              </a:ext>
            </a:extLst>
          </p:cNvPr>
          <p:cNvSpPr txBox="1"/>
          <p:nvPr/>
        </p:nvSpPr>
        <p:spPr>
          <a:xfrm>
            <a:off x="7997741" y="1269486"/>
            <a:ext cx="1589285" cy="30777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/>
            </a:lvl1pPr>
          </a:lstStyle>
          <a:p>
            <a:r>
              <a:rPr lang="en-AE" dirty="0"/>
              <a:t>Shower Partition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3160354-F79B-5331-67AF-1FCC16F2B22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65"/>
          <a:stretch>
            <a:fillRect/>
          </a:stretch>
        </p:blipFill>
        <p:spPr bwMode="auto">
          <a:xfrm>
            <a:off x="798897" y="1637255"/>
            <a:ext cx="4832924" cy="283257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0080AC2-9258-B07B-A271-E61ABAD1D8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7021" y="4628160"/>
            <a:ext cx="4114800" cy="17504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9E39D73-4783-3318-3493-1B2A8C172A9A}"/>
              </a:ext>
            </a:extLst>
          </p:cNvPr>
          <p:cNvSpPr txBox="1"/>
          <p:nvPr/>
        </p:nvSpPr>
        <p:spPr>
          <a:xfrm>
            <a:off x="312952" y="5139114"/>
            <a:ext cx="1129155" cy="52322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E" sz="1400" b="1" dirty="0"/>
              <a:t>Vanity Countertop</a:t>
            </a:r>
            <a:endParaRPr lang="en-US" sz="1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9F202E-D92E-CBD0-7A48-61C8F77EC9CD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3" t="30146"/>
          <a:stretch>
            <a:fillRect/>
          </a:stretch>
        </p:blipFill>
        <p:spPr bwMode="auto">
          <a:xfrm>
            <a:off x="6096566" y="4628160"/>
            <a:ext cx="4004354" cy="175049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9380AB6-DA34-7686-7B45-49E6B2112B3D}"/>
              </a:ext>
            </a:extLst>
          </p:cNvPr>
          <p:cNvSpPr/>
          <p:nvPr/>
        </p:nvSpPr>
        <p:spPr>
          <a:xfrm>
            <a:off x="1517021" y="2946856"/>
            <a:ext cx="712177" cy="2013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CAF69AC-DF2D-A25C-084F-5D150FF916BF}"/>
              </a:ext>
            </a:extLst>
          </p:cNvPr>
          <p:cNvSpPr/>
          <p:nvPr/>
        </p:nvSpPr>
        <p:spPr>
          <a:xfrm>
            <a:off x="2667877" y="3975646"/>
            <a:ext cx="998285" cy="2013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Bottom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1EC9E8C-E04D-C59A-CCE9-275080E3FD69}"/>
              </a:ext>
            </a:extLst>
          </p:cNvPr>
          <p:cNvSpPr/>
          <p:nvPr/>
        </p:nvSpPr>
        <p:spPr>
          <a:xfrm>
            <a:off x="7876766" y="1983124"/>
            <a:ext cx="712177" cy="2013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9D5E68C-CB1E-25C5-BC66-7BA3BA2BA3E0}"/>
              </a:ext>
            </a:extLst>
          </p:cNvPr>
          <p:cNvSpPr/>
          <p:nvPr/>
        </p:nvSpPr>
        <p:spPr>
          <a:xfrm>
            <a:off x="7770850" y="4094064"/>
            <a:ext cx="998285" cy="2013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Bottom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5C4BA95-6B02-532F-D3B6-BF3C18A932F3}"/>
              </a:ext>
            </a:extLst>
          </p:cNvPr>
          <p:cNvSpPr/>
          <p:nvPr/>
        </p:nvSpPr>
        <p:spPr>
          <a:xfrm>
            <a:off x="3108993" y="5624664"/>
            <a:ext cx="712177" cy="2013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CEA93B9-4679-7B32-74B8-4D5B87EC7D4B}"/>
              </a:ext>
            </a:extLst>
          </p:cNvPr>
          <p:cNvSpPr/>
          <p:nvPr/>
        </p:nvSpPr>
        <p:spPr>
          <a:xfrm>
            <a:off x="1669592" y="6110333"/>
            <a:ext cx="998285" cy="2013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Bottom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A7B8DF3-8DE9-75F0-59EE-57A928DB615C}"/>
              </a:ext>
            </a:extLst>
          </p:cNvPr>
          <p:cNvSpPr/>
          <p:nvPr/>
        </p:nvSpPr>
        <p:spPr>
          <a:xfrm>
            <a:off x="7770850" y="4793600"/>
            <a:ext cx="712177" cy="2013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F5777F4-3DD6-F4ED-7588-52134E06D941}"/>
              </a:ext>
            </a:extLst>
          </p:cNvPr>
          <p:cNvSpPr/>
          <p:nvPr/>
        </p:nvSpPr>
        <p:spPr>
          <a:xfrm>
            <a:off x="7590658" y="5676468"/>
            <a:ext cx="998285" cy="2013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Bottom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986B32A-CB29-1F6E-0517-026CCE7C4EFE}"/>
              </a:ext>
            </a:extLst>
          </p:cNvPr>
          <p:cNvSpPr/>
          <p:nvPr/>
        </p:nvSpPr>
        <p:spPr>
          <a:xfrm>
            <a:off x="633803" y="2569510"/>
            <a:ext cx="764500" cy="26167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Left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48AE6C2-9D94-B55E-5D76-3AB3783D3807}"/>
              </a:ext>
            </a:extLst>
          </p:cNvPr>
          <p:cNvSpPr/>
          <p:nvPr/>
        </p:nvSpPr>
        <p:spPr>
          <a:xfrm>
            <a:off x="4682660" y="3081023"/>
            <a:ext cx="764500" cy="26167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79C29DA-404A-02B0-5BF4-8E81FF2BE6F1}"/>
              </a:ext>
            </a:extLst>
          </p:cNvPr>
          <p:cNvSpPr/>
          <p:nvPr/>
        </p:nvSpPr>
        <p:spPr>
          <a:xfrm>
            <a:off x="1906852" y="5107571"/>
            <a:ext cx="764500" cy="26167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Left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9A6A17E-230E-C66E-A228-965FA6B7E710}"/>
              </a:ext>
            </a:extLst>
          </p:cNvPr>
          <p:cNvSpPr/>
          <p:nvPr/>
        </p:nvSpPr>
        <p:spPr>
          <a:xfrm>
            <a:off x="4949868" y="5345537"/>
            <a:ext cx="764500" cy="26167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AB2AA08-4930-CFF6-BF07-37CEC8F09ECA}"/>
              </a:ext>
            </a:extLst>
          </p:cNvPr>
          <p:cNvSpPr/>
          <p:nvPr/>
        </p:nvSpPr>
        <p:spPr>
          <a:xfrm>
            <a:off x="9520648" y="4914599"/>
            <a:ext cx="764500" cy="26167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423E890-5268-556B-72DD-292DFB9563E3}"/>
              </a:ext>
            </a:extLst>
          </p:cNvPr>
          <p:cNvSpPr/>
          <p:nvPr/>
        </p:nvSpPr>
        <p:spPr>
          <a:xfrm>
            <a:off x="5904942" y="4803133"/>
            <a:ext cx="764500" cy="26167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Left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0ACB579-168E-8F75-8E78-EBCD9DD793B9}"/>
              </a:ext>
            </a:extLst>
          </p:cNvPr>
          <p:cNvSpPr/>
          <p:nvPr/>
        </p:nvSpPr>
        <p:spPr>
          <a:xfrm>
            <a:off x="6491765" y="2307834"/>
            <a:ext cx="764500" cy="26167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Left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B43FD50-6E16-2130-0E1D-B0A7381CF432}"/>
              </a:ext>
            </a:extLst>
          </p:cNvPr>
          <p:cNvSpPr/>
          <p:nvPr/>
        </p:nvSpPr>
        <p:spPr>
          <a:xfrm>
            <a:off x="9350064" y="2772785"/>
            <a:ext cx="764500" cy="26167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</a:t>
            </a:r>
            <a:endParaRPr lang="en-AE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204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CE0DE-5679-8BC2-6BE0-F26784B6F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373EAC7-7E77-457C-6065-C75147E2F673}"/>
              </a:ext>
            </a:extLst>
          </p:cNvPr>
          <p:cNvSpPr/>
          <p:nvPr/>
        </p:nvSpPr>
        <p:spPr>
          <a:xfrm>
            <a:off x="96253" y="105878"/>
            <a:ext cx="11924297" cy="6473642"/>
          </a:xfrm>
          <a:prstGeom prst="rect">
            <a:avLst/>
          </a:prstGeom>
          <a:noFill/>
          <a:ln w="19050" cap="flat" cmpd="sng" algn="ctr">
            <a:solidFill>
              <a:srgbClr val="A2421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5DCB5D76-E5C6-71FC-A977-AF71B35E8A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6123" y="0"/>
            <a:ext cx="469521" cy="664143"/>
          </a:xfrm>
          <a:prstGeom prst="rect">
            <a:avLst/>
          </a:prstGeom>
        </p:spPr>
      </p:pic>
      <p:sp>
        <p:nvSpPr>
          <p:cNvPr id="25" name="Footer Placeholder 5">
            <a:extLst>
              <a:ext uri="{FF2B5EF4-FFF2-40B4-BE49-F238E27FC236}">
                <a16:creationId xmlns:a16="http://schemas.microsoft.com/office/drawing/2014/main" id="{678C219B-1E50-E723-1B83-13D2CA072603}"/>
              </a:ext>
            </a:extLst>
          </p:cNvPr>
          <p:cNvSpPr txBox="1">
            <a:spLocks/>
          </p:cNvSpPr>
          <p:nvPr/>
        </p:nvSpPr>
        <p:spPr>
          <a:xfrm>
            <a:off x="3821170" y="6667500"/>
            <a:ext cx="4114800" cy="19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/>
              <a:t>Sobha Constructions LLC</a:t>
            </a:r>
          </a:p>
        </p:txBody>
      </p:sp>
      <p:sp>
        <p:nvSpPr>
          <p:cNvPr id="26" name="Slide Number Placeholder 3">
            <a:extLst>
              <a:ext uri="{FF2B5EF4-FFF2-40B4-BE49-F238E27FC236}">
                <a16:creationId xmlns:a16="http://schemas.microsoft.com/office/drawing/2014/main" id="{647AD4CA-966B-ADD5-AA8C-C64F3BEB7DF8}"/>
              </a:ext>
            </a:extLst>
          </p:cNvPr>
          <p:cNvSpPr txBox="1">
            <a:spLocks/>
          </p:cNvSpPr>
          <p:nvPr/>
        </p:nvSpPr>
        <p:spPr>
          <a:xfrm>
            <a:off x="11745227" y="6579520"/>
            <a:ext cx="446773" cy="2784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E2CB364-61B8-4529-A871-582E53A6D800}" type="slidenum">
              <a:rPr lang="en-US" smtClean="0"/>
              <a:pPr algn="ctr"/>
              <a:t>7</a:t>
            </a:fld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3746AD7-C13C-4075-A40F-1115DC16090D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SILICON ACTIVITY - SAQL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1C04CDD-CA70-BA4A-D422-03AAF224B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621268"/>
              </p:ext>
            </p:extLst>
          </p:nvPr>
        </p:nvGraphicFramePr>
        <p:xfrm>
          <a:off x="237066" y="798745"/>
          <a:ext cx="11704319" cy="51511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878470">
                  <a:extLst>
                    <a:ext uri="{9D8B030D-6E8A-4147-A177-3AD203B41FA5}">
                      <a16:colId xmlns:a16="http://schemas.microsoft.com/office/drawing/2014/main" val="3705517730"/>
                    </a:ext>
                  </a:extLst>
                </a:gridCol>
                <a:gridCol w="1228232">
                  <a:extLst>
                    <a:ext uri="{9D8B030D-6E8A-4147-A177-3AD203B41FA5}">
                      <a16:colId xmlns:a16="http://schemas.microsoft.com/office/drawing/2014/main" val="1480477964"/>
                    </a:ext>
                  </a:extLst>
                </a:gridCol>
                <a:gridCol w="1228231">
                  <a:extLst>
                    <a:ext uri="{9D8B030D-6E8A-4147-A177-3AD203B41FA5}">
                      <a16:colId xmlns:a16="http://schemas.microsoft.com/office/drawing/2014/main" val="766515655"/>
                    </a:ext>
                  </a:extLst>
                </a:gridCol>
                <a:gridCol w="1228231">
                  <a:extLst>
                    <a:ext uri="{9D8B030D-6E8A-4147-A177-3AD203B41FA5}">
                      <a16:colId xmlns:a16="http://schemas.microsoft.com/office/drawing/2014/main" val="1785746632"/>
                    </a:ext>
                  </a:extLst>
                </a:gridCol>
                <a:gridCol w="1228231">
                  <a:extLst>
                    <a:ext uri="{9D8B030D-6E8A-4147-A177-3AD203B41FA5}">
                      <a16:colId xmlns:a16="http://schemas.microsoft.com/office/drawing/2014/main" val="2637976141"/>
                    </a:ext>
                  </a:extLst>
                </a:gridCol>
                <a:gridCol w="1228231">
                  <a:extLst>
                    <a:ext uri="{9D8B030D-6E8A-4147-A177-3AD203B41FA5}">
                      <a16:colId xmlns:a16="http://schemas.microsoft.com/office/drawing/2014/main" val="2477735630"/>
                    </a:ext>
                  </a:extLst>
                </a:gridCol>
                <a:gridCol w="290542">
                  <a:extLst>
                    <a:ext uri="{9D8B030D-6E8A-4147-A177-3AD203B41FA5}">
                      <a16:colId xmlns:a16="http://schemas.microsoft.com/office/drawing/2014/main" val="1681032817"/>
                    </a:ext>
                  </a:extLst>
                </a:gridCol>
                <a:gridCol w="937689">
                  <a:extLst>
                    <a:ext uri="{9D8B030D-6E8A-4147-A177-3AD203B41FA5}">
                      <a16:colId xmlns:a16="http://schemas.microsoft.com/office/drawing/2014/main" val="430824968"/>
                    </a:ext>
                  </a:extLst>
                </a:gridCol>
                <a:gridCol w="1228231">
                  <a:extLst>
                    <a:ext uri="{9D8B030D-6E8A-4147-A177-3AD203B41FA5}">
                      <a16:colId xmlns:a16="http://schemas.microsoft.com/office/drawing/2014/main" val="571042379"/>
                    </a:ext>
                  </a:extLst>
                </a:gridCol>
                <a:gridCol w="1228231">
                  <a:extLst>
                    <a:ext uri="{9D8B030D-6E8A-4147-A177-3AD203B41FA5}">
                      <a16:colId xmlns:a16="http://schemas.microsoft.com/office/drawing/2014/main" val="4037599576"/>
                    </a:ext>
                  </a:extLst>
                </a:gridCol>
              </a:tblGrid>
              <a:tr h="274320">
                <a:tc gridSpan="4">
                  <a:txBody>
                    <a:bodyPr/>
                    <a:lstStyle/>
                    <a:p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 DESCRIPTION / PARAMETER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Silicon Uneven Thickness (Façade Area)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833322"/>
                  </a:ext>
                </a:extLst>
              </a:tr>
              <a:tr h="274320"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IMAGE / PARAMTER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MEASURING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169205"/>
                  </a:ext>
                </a:extLst>
              </a:tr>
              <a:tr h="1737360">
                <a:tc rowSpan="3"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952691"/>
                  </a:ext>
                </a:extLst>
              </a:tr>
              <a:tr h="182880">
                <a:tc gridSpan="4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INSTRUMENT / INSPECTION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German scale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Direct visual Inspection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516540"/>
                  </a:ext>
                </a:extLst>
              </a:tr>
              <a:tr h="182880">
                <a:tc gridSpan="4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STANDING POSITION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As 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1063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APPLICABILITY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  <a:sym typeface="Wingdings 2" panose="05020102010507070707" pitchFamily="18" charset="2"/>
                        </a:rPr>
                        <a:t> VILLA          APARTMENT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LIGHTING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Natural / Ambient light /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Artificial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b="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376049"/>
                  </a:ext>
                </a:extLst>
              </a:tr>
              <a:tr h="274320"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ACCEPTABLE QUALITY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331713"/>
                  </a:ext>
                </a:extLst>
              </a:tr>
              <a:tr h="163781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SCENARIO / LOCATION / ZONE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Internal Jamb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External Jamb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21911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25427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ACCEPTANCE LIMIT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Width 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:6,7,8,9,10 mm Allowed.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Difference Between Side: 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Max 1mm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Straighness: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0mm on single side.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Width 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:6,7,8,9,10 mm Allowed.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Difference Between Side: 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Max 1mm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Straighness: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0mm on single side.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Width 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:6,7,8,9,10 mm Allowed.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Difference Between Side: 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Max 1mm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Straighness: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0mm on single side.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Width 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:6,7,8,9,10 mm Allowed.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Difference Between Side: 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Max 1mm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Straighness: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0mm on single side.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Width 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:6,7,8,9,10 mm Allowed.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Difference Between Side: 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Max 1mm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Straighness: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0mm on single side.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Width 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:6,7,8,9,10 mm Allowed.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Difference Between Side: 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Max 1mm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Straighness: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0mm on single side.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Width 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:6,7,8,9,10 mm Allowed.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Difference Between Side: 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Max 1mm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Straighness: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0mm on single side.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Width 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:6,7,8,9,10 mm Allowed.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Difference Between Side: 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Max 1mm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Straighness: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0mm on single side.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08534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/>
                        <a:t>Example</a:t>
                      </a:r>
                      <a:r>
                        <a:rPr lang="en-US" sz="1000" dirty="0"/>
                        <a:t> : Left Side clearance shall be </a:t>
                      </a:r>
                      <a:r>
                        <a:rPr lang="en-US" sz="1000" b="1" dirty="0"/>
                        <a:t>7mm</a:t>
                      </a:r>
                      <a:r>
                        <a:rPr lang="en-US" sz="1000" dirty="0"/>
                        <a:t>, and Right-Side clearance shall be </a:t>
                      </a:r>
                      <a:r>
                        <a:rPr lang="en-US" sz="1000" b="1" dirty="0"/>
                        <a:t>8,9mm</a:t>
                      </a:r>
                      <a:r>
                        <a:rPr lang="en-US" sz="1000" dirty="0"/>
                        <a:t>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613654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1B7CC9AF-B318-DF0C-55E4-90047FB3CF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t="19618"/>
          <a:stretch>
            <a:fillRect/>
          </a:stretch>
        </p:blipFill>
        <p:spPr>
          <a:xfrm>
            <a:off x="4015957" y="2027779"/>
            <a:ext cx="1511195" cy="1434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4EDD2E-A3B0-99B7-3A70-6FF7DB4328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5457" y="1424387"/>
            <a:ext cx="3320580" cy="20373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2C03920-6D35-C983-EB02-8D375B7BABD3}"/>
              </a:ext>
            </a:extLst>
          </p:cNvPr>
          <p:cNvSpPr/>
          <p:nvPr/>
        </p:nvSpPr>
        <p:spPr>
          <a:xfrm>
            <a:off x="405028" y="1844063"/>
            <a:ext cx="335793" cy="362305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FE93F44-F179-2C41-E44E-9B906B865989}"/>
              </a:ext>
            </a:extLst>
          </p:cNvPr>
          <p:cNvCxnSpPr>
            <a:cxnSpLocks/>
          </p:cNvCxnSpPr>
          <p:nvPr/>
        </p:nvCxnSpPr>
        <p:spPr>
          <a:xfrm>
            <a:off x="740821" y="2025215"/>
            <a:ext cx="3698066" cy="719564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C90B22C-4791-8AC8-89BE-10DF67FA2FA6}"/>
              </a:ext>
            </a:extLst>
          </p:cNvPr>
          <p:cNvGrpSpPr/>
          <p:nvPr/>
        </p:nvGrpSpPr>
        <p:grpSpPr>
          <a:xfrm>
            <a:off x="5887072" y="1445656"/>
            <a:ext cx="2352153" cy="1528550"/>
            <a:chOff x="2633597" y="1736475"/>
            <a:chExt cx="2127157" cy="2026720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400E943B-E30A-74A1-06C8-84C8B6A3B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25000"/>
                      </a14:imgEffect>
                      <a14:imgEffect>
                        <a14:brightnessContrast contrast="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633597" y="1736475"/>
              <a:ext cx="2127157" cy="20267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0E14B836-CC40-1416-DE97-40F00DB62AD2}"/>
                </a:ext>
              </a:extLst>
            </p:cNvPr>
            <p:cNvSpPr/>
            <p:nvPr/>
          </p:nvSpPr>
          <p:spPr>
            <a:xfrm>
              <a:off x="2977592" y="1778652"/>
              <a:ext cx="474438" cy="512059"/>
            </a:xfrm>
            <a:prstGeom prst="roundRect">
              <a:avLst>
                <a:gd name="adj" fmla="val 11768"/>
              </a:avLst>
            </a:prstGeom>
            <a:noFill/>
            <a:ln w="28575" cap="flat" cmpd="sng" algn="ctr">
              <a:solidFill>
                <a:srgbClr val="00B050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599B5C4-8B6F-161E-8A31-CD98D53851D7}"/>
              </a:ext>
            </a:extLst>
          </p:cNvPr>
          <p:cNvSpPr txBox="1"/>
          <p:nvPr/>
        </p:nvSpPr>
        <p:spPr>
          <a:xfrm>
            <a:off x="8811908" y="1729117"/>
            <a:ext cx="30446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Place the German scale flat against the wall end, ensuring it is properly seated.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Measure the thickness/offset up to the facade end by reading the scale at the contact point.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Measure the thickness and verify it against the specified tolerance.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DFBBFD-2FDF-FCB7-96B6-A1A21DF2F0D7}"/>
              </a:ext>
            </a:extLst>
          </p:cNvPr>
          <p:cNvSpPr txBox="1"/>
          <p:nvPr/>
        </p:nvSpPr>
        <p:spPr>
          <a:xfrm>
            <a:off x="154509" y="6289663"/>
            <a:ext cx="10594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“</a:t>
            </a:r>
            <a:r>
              <a:rPr lang="en-US" sz="1400" b="1" i="1" dirty="0"/>
              <a:t>Note: </a:t>
            </a:r>
            <a:r>
              <a:rPr lang="en-US" sz="1400" i="1" dirty="0"/>
              <a:t>During keep-out inspection in case of any visual discrepancy identified, measurement verification shall be carried out based on the </a:t>
            </a:r>
            <a:r>
              <a:rPr lang="en-US" sz="1400" b="1" i="1" dirty="0"/>
              <a:t>SAQL</a:t>
            </a:r>
            <a:r>
              <a:rPr lang="en-US" sz="1400" i="1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316791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7080A-8D2A-4449-018D-B66319A02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F75B80C-BCE0-E951-AB1D-52C2D4A8E483}"/>
              </a:ext>
            </a:extLst>
          </p:cNvPr>
          <p:cNvSpPr/>
          <p:nvPr/>
        </p:nvSpPr>
        <p:spPr>
          <a:xfrm>
            <a:off x="96253" y="105878"/>
            <a:ext cx="11924297" cy="6473642"/>
          </a:xfrm>
          <a:prstGeom prst="rect">
            <a:avLst/>
          </a:prstGeom>
          <a:noFill/>
          <a:ln w="19050" cap="flat" cmpd="sng" algn="ctr">
            <a:solidFill>
              <a:srgbClr val="A2421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C3624C66-2007-AE1B-1CC0-D8C88A080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6123" y="0"/>
            <a:ext cx="469521" cy="664143"/>
          </a:xfrm>
          <a:prstGeom prst="rect">
            <a:avLst/>
          </a:prstGeom>
        </p:spPr>
      </p:pic>
      <p:sp>
        <p:nvSpPr>
          <p:cNvPr id="25" name="Footer Placeholder 5">
            <a:extLst>
              <a:ext uri="{FF2B5EF4-FFF2-40B4-BE49-F238E27FC236}">
                <a16:creationId xmlns:a16="http://schemas.microsoft.com/office/drawing/2014/main" id="{ACFB2BB0-EE70-9B22-2E15-001861AD4A1E}"/>
              </a:ext>
            </a:extLst>
          </p:cNvPr>
          <p:cNvSpPr txBox="1">
            <a:spLocks/>
          </p:cNvSpPr>
          <p:nvPr/>
        </p:nvSpPr>
        <p:spPr>
          <a:xfrm>
            <a:off x="3821170" y="6667500"/>
            <a:ext cx="4114800" cy="19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/>
              <a:t>Sobha Constructions LLC</a:t>
            </a:r>
          </a:p>
        </p:txBody>
      </p:sp>
      <p:sp>
        <p:nvSpPr>
          <p:cNvPr id="26" name="Slide Number Placeholder 3">
            <a:extLst>
              <a:ext uri="{FF2B5EF4-FFF2-40B4-BE49-F238E27FC236}">
                <a16:creationId xmlns:a16="http://schemas.microsoft.com/office/drawing/2014/main" id="{B47EB3C4-EE5D-F3CA-FD7F-38E9FC7E0E07}"/>
              </a:ext>
            </a:extLst>
          </p:cNvPr>
          <p:cNvSpPr txBox="1">
            <a:spLocks/>
          </p:cNvSpPr>
          <p:nvPr/>
        </p:nvSpPr>
        <p:spPr>
          <a:xfrm>
            <a:off x="11745227" y="6579520"/>
            <a:ext cx="446773" cy="2784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E2CB364-61B8-4529-A871-582E53A6D800}" type="slidenum">
              <a:rPr lang="en-US" smtClean="0"/>
              <a:pPr algn="ctr"/>
              <a:t>8</a:t>
            </a:fld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17DC19B-1615-57D0-FF67-690EC7E90428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SILICON ACTIVITY - SAQL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9C0D21F-8CED-109F-4B84-5785DA7B8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261164"/>
              </p:ext>
            </p:extLst>
          </p:nvPr>
        </p:nvGraphicFramePr>
        <p:xfrm>
          <a:off x="160066" y="798745"/>
          <a:ext cx="11795763" cy="536448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678359">
                  <a:extLst>
                    <a:ext uri="{9D8B030D-6E8A-4147-A177-3AD203B41FA5}">
                      <a16:colId xmlns:a16="http://schemas.microsoft.com/office/drawing/2014/main" val="3705517730"/>
                    </a:ext>
                  </a:extLst>
                </a:gridCol>
                <a:gridCol w="183279">
                  <a:extLst>
                    <a:ext uri="{9D8B030D-6E8A-4147-A177-3AD203B41FA5}">
                      <a16:colId xmlns:a16="http://schemas.microsoft.com/office/drawing/2014/main" val="1330776049"/>
                    </a:ext>
                  </a:extLst>
                </a:gridCol>
                <a:gridCol w="811485">
                  <a:extLst>
                    <a:ext uri="{9D8B030D-6E8A-4147-A177-3AD203B41FA5}">
                      <a16:colId xmlns:a16="http://schemas.microsoft.com/office/drawing/2014/main" val="1480477964"/>
                    </a:ext>
                  </a:extLst>
                </a:gridCol>
                <a:gridCol w="811485">
                  <a:extLst>
                    <a:ext uri="{9D8B030D-6E8A-4147-A177-3AD203B41FA5}">
                      <a16:colId xmlns:a16="http://schemas.microsoft.com/office/drawing/2014/main" val="3633925042"/>
                    </a:ext>
                  </a:extLst>
                </a:gridCol>
                <a:gridCol w="811485">
                  <a:extLst>
                    <a:ext uri="{9D8B030D-6E8A-4147-A177-3AD203B41FA5}">
                      <a16:colId xmlns:a16="http://schemas.microsoft.com/office/drawing/2014/main" val="276490766"/>
                    </a:ext>
                  </a:extLst>
                </a:gridCol>
                <a:gridCol w="927277">
                  <a:extLst>
                    <a:ext uri="{9D8B030D-6E8A-4147-A177-3AD203B41FA5}">
                      <a16:colId xmlns:a16="http://schemas.microsoft.com/office/drawing/2014/main" val="134026141"/>
                    </a:ext>
                  </a:extLst>
                </a:gridCol>
                <a:gridCol w="405742">
                  <a:extLst>
                    <a:ext uri="{9D8B030D-6E8A-4147-A177-3AD203B41FA5}">
                      <a16:colId xmlns:a16="http://schemas.microsoft.com/office/drawing/2014/main" val="1478114046"/>
                    </a:ext>
                  </a:extLst>
                </a:gridCol>
                <a:gridCol w="405741">
                  <a:extLst>
                    <a:ext uri="{9D8B030D-6E8A-4147-A177-3AD203B41FA5}">
                      <a16:colId xmlns:a16="http://schemas.microsoft.com/office/drawing/2014/main" val="2637976141"/>
                    </a:ext>
                  </a:extLst>
                </a:gridCol>
                <a:gridCol w="811485">
                  <a:extLst>
                    <a:ext uri="{9D8B030D-6E8A-4147-A177-3AD203B41FA5}">
                      <a16:colId xmlns:a16="http://schemas.microsoft.com/office/drawing/2014/main" val="3093285908"/>
                    </a:ext>
                  </a:extLst>
                </a:gridCol>
                <a:gridCol w="851304">
                  <a:extLst>
                    <a:ext uri="{9D8B030D-6E8A-4147-A177-3AD203B41FA5}">
                      <a16:colId xmlns:a16="http://schemas.microsoft.com/office/drawing/2014/main" val="2352509062"/>
                    </a:ext>
                  </a:extLst>
                </a:gridCol>
                <a:gridCol w="733501">
                  <a:extLst>
                    <a:ext uri="{9D8B030D-6E8A-4147-A177-3AD203B41FA5}">
                      <a16:colId xmlns:a16="http://schemas.microsoft.com/office/drawing/2014/main" val="1883453991"/>
                    </a:ext>
                  </a:extLst>
                </a:gridCol>
                <a:gridCol w="118680">
                  <a:extLst>
                    <a:ext uri="{9D8B030D-6E8A-4147-A177-3AD203B41FA5}">
                      <a16:colId xmlns:a16="http://schemas.microsoft.com/office/drawing/2014/main" val="430824968"/>
                    </a:ext>
                  </a:extLst>
                </a:gridCol>
                <a:gridCol w="811485">
                  <a:extLst>
                    <a:ext uri="{9D8B030D-6E8A-4147-A177-3AD203B41FA5}">
                      <a16:colId xmlns:a16="http://schemas.microsoft.com/office/drawing/2014/main" val="3780924959"/>
                    </a:ext>
                  </a:extLst>
                </a:gridCol>
                <a:gridCol w="811485">
                  <a:extLst>
                    <a:ext uri="{9D8B030D-6E8A-4147-A177-3AD203B41FA5}">
                      <a16:colId xmlns:a16="http://schemas.microsoft.com/office/drawing/2014/main" val="571042379"/>
                    </a:ext>
                  </a:extLst>
                </a:gridCol>
                <a:gridCol w="811485">
                  <a:extLst>
                    <a:ext uri="{9D8B030D-6E8A-4147-A177-3AD203B41FA5}">
                      <a16:colId xmlns:a16="http://schemas.microsoft.com/office/drawing/2014/main" val="4016524566"/>
                    </a:ext>
                  </a:extLst>
                </a:gridCol>
                <a:gridCol w="811485">
                  <a:extLst>
                    <a:ext uri="{9D8B030D-6E8A-4147-A177-3AD203B41FA5}">
                      <a16:colId xmlns:a16="http://schemas.microsoft.com/office/drawing/2014/main" val="1421177803"/>
                    </a:ext>
                  </a:extLst>
                </a:gridCol>
              </a:tblGrid>
              <a:tr h="274320">
                <a:tc gridSpan="7">
                  <a:txBody>
                    <a:bodyPr/>
                    <a:lstStyle/>
                    <a:p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 DESCRIPTION / PARAMETER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Silicon Uneven Thickness (</a:t>
                      </a: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Joinery 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Area)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8833322"/>
                  </a:ext>
                </a:extLst>
              </a:tr>
              <a:tr h="274320">
                <a:tc gridSpan="7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IMAGE / PARAMTER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MEASURING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1169205"/>
                  </a:ext>
                </a:extLst>
              </a:tr>
              <a:tr h="2194560">
                <a:tc rowSpan="3" gridSpan="7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952691"/>
                  </a:ext>
                </a:extLst>
              </a:tr>
              <a:tr h="182880">
                <a:tc gridSpan="7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INSTRUMENT / INSPECTION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German scale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Direct visual Inspection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516540"/>
                  </a:ext>
                </a:extLst>
              </a:tr>
              <a:tr h="182880">
                <a:tc gridSpan="7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STANDING POSITION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As 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5106339"/>
                  </a:ext>
                </a:extLst>
              </a:tr>
              <a:tr h="18288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APPLICABILITY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  <a:sym typeface="Wingdings 2" panose="05020102010507070707" pitchFamily="18" charset="2"/>
                        </a:rPr>
                        <a:t> VILLA          APARTMENT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LIGHTING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Natural / Ambient light /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Artificial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b="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3376049"/>
                  </a:ext>
                </a:extLst>
              </a:tr>
              <a:tr h="274320">
                <a:tc gridSpan="1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ACCEPTABLE QUALITY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331713"/>
                  </a:ext>
                </a:extLst>
              </a:tr>
              <a:tr h="163781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SCENARIO / LOCATION / ZONE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10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All Wardrobe</a:t>
                      </a:r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AE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All Wardrobe</a:t>
                      </a:r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All Kitchen Cabinets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AE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All Doors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21911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AE" sz="10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AE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AE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AE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25427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ACCEPTANCE LIMIT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Width: </a:t>
                      </a:r>
                      <a:r>
                        <a:rPr lang="en-AE" sz="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3,4mm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E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Straightness: 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0mm on single side.</a:t>
                      </a:r>
                      <a:endParaRPr lang="en-US" sz="8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Width: </a:t>
                      </a:r>
                      <a:r>
                        <a:rPr lang="en-AE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3mm            </a:t>
                      </a:r>
                      <a:r>
                        <a:rPr lang="en-AE" sz="9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(+1/-0mm)  </a:t>
                      </a: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Straighness: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0mm on single side.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E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Width: </a:t>
                      </a:r>
                      <a:r>
                        <a:rPr kumimoji="0" lang="en-A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3,4mm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E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Straightness: </a:t>
                      </a: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0mm on single side.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E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Width: </a:t>
                      </a:r>
                      <a:r>
                        <a:rPr kumimoji="0" lang="en-A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3,4mm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E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Straightness: </a:t>
                      </a: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0mm on single side.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E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Width: </a:t>
                      </a:r>
                      <a:r>
                        <a:rPr kumimoji="0" lang="en-A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3,4mm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E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Straightness: </a:t>
                      </a: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0mm on single side.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E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Width: </a:t>
                      </a:r>
                      <a:r>
                        <a:rPr kumimoji="0" lang="en-A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3,4mm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E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Straightness: </a:t>
                      </a: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0mm on single side.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E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Width: </a:t>
                      </a:r>
                      <a:r>
                        <a:rPr kumimoji="0" lang="en-A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3,4mm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E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Straightness: </a:t>
                      </a: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0mm on single side.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E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Width: </a:t>
                      </a:r>
                      <a:r>
                        <a:rPr kumimoji="0" lang="en-A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3,4mm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E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Straightness: </a:t>
                      </a: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0mm on single side.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E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Width: </a:t>
                      </a:r>
                      <a:r>
                        <a:rPr kumimoji="0" lang="en-A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3,4mm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E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Straightness: </a:t>
                      </a: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0mm on single side.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E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Width: </a:t>
                      </a:r>
                      <a:r>
                        <a:rPr kumimoji="0" lang="en-A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3,4mm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E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Straightness: </a:t>
                      </a: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0mm on single side.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E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Width: </a:t>
                      </a:r>
                      <a:r>
                        <a:rPr kumimoji="0" lang="en-A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3,4mm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E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Straightness: </a:t>
                      </a: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0mm on single side.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E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Width: </a:t>
                      </a:r>
                      <a:r>
                        <a:rPr kumimoji="0" lang="en-A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3,4mm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E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Straightness: </a:t>
                      </a: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0mm on single side.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E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Width: </a:t>
                      </a:r>
                      <a:r>
                        <a:rPr kumimoji="0" lang="en-AE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3,4mm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E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Straightness: 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0mm on single side.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08534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6136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C6765463-D6A7-9E6D-51D3-F583C4588D33}"/>
              </a:ext>
            </a:extLst>
          </p:cNvPr>
          <p:cNvSpPr txBox="1"/>
          <p:nvPr/>
        </p:nvSpPr>
        <p:spPr>
          <a:xfrm>
            <a:off x="9529011" y="1859791"/>
            <a:ext cx="234487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Place the German scale flat against the wall end, ensuring it is properly seated.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Measure the thickness of the silicon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Verify it against the specified tolerance.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2CA344-C926-4BBE-92C9-6011F17CBD4F}"/>
              </a:ext>
              <a:ext uri="{147F2762-F138-4A5C-976F-8EAC2B608ADB}">
                <a16:predDERef xmlns:a16="http://schemas.microsoft.com/office/drawing/2014/main" pred="{85650169-5944-EED6-67B9-F78F4D3220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5821"/>
          <a:stretch>
            <a:fillRect/>
          </a:stretch>
        </p:blipFill>
        <p:spPr>
          <a:xfrm>
            <a:off x="7394075" y="1424387"/>
            <a:ext cx="2052989" cy="11393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7D01060-3D64-4769-A492-3FD0065F595A}"/>
              </a:ext>
              <a:ext uri="{147F2762-F138-4A5C-976F-8EAC2B608ADB}">
                <a16:predDERef xmlns:a16="http://schemas.microsoft.com/office/drawing/2014/main" pred="{3FAFAC8D-B91A-8518-1E7F-580766B673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89" t="33410" r="16273" b="19558"/>
          <a:stretch>
            <a:fillRect/>
          </a:stretch>
        </p:blipFill>
        <p:spPr>
          <a:xfrm>
            <a:off x="7394075" y="2618739"/>
            <a:ext cx="2052989" cy="8102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2AE7C3-A50E-4298-97F3-A3ED4B382CA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l="20947" t="20510" r="47289" b="16768"/>
          <a:stretch>
            <a:fillRect/>
          </a:stretch>
        </p:blipFill>
        <p:spPr>
          <a:xfrm>
            <a:off x="5862769" y="1424387"/>
            <a:ext cx="1467494" cy="20046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3FF80B-3271-9791-6E48-9BB44B0B593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73" t="3603" r="32216" b="6722"/>
          <a:stretch>
            <a:fillRect/>
          </a:stretch>
        </p:blipFill>
        <p:spPr bwMode="auto">
          <a:xfrm>
            <a:off x="382695" y="1502635"/>
            <a:ext cx="1844675" cy="225032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2EB1284-C036-FC01-84A3-24593AFA1AA6}"/>
              </a:ext>
            </a:extLst>
          </p:cNvPr>
          <p:cNvSpPr/>
          <p:nvPr/>
        </p:nvSpPr>
        <p:spPr>
          <a:xfrm>
            <a:off x="1130090" y="1609950"/>
            <a:ext cx="365125" cy="1761966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51CEDC-F4CD-4304-11EA-9384E7BE2AD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15" t="41383" r="52253" b="45128"/>
          <a:stretch>
            <a:fillRect/>
          </a:stretch>
        </p:blipFill>
        <p:spPr bwMode="auto">
          <a:xfrm>
            <a:off x="2324307" y="1513150"/>
            <a:ext cx="2076042" cy="225033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CCFA975-8F0A-A681-8090-1A5F53FDC49F}"/>
              </a:ext>
            </a:extLst>
          </p:cNvPr>
          <p:cNvSpPr/>
          <p:nvPr/>
        </p:nvSpPr>
        <p:spPr>
          <a:xfrm>
            <a:off x="2987537" y="1424387"/>
            <a:ext cx="396625" cy="980513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C5DD24C-9794-8BCC-3D7C-69C7A827EA2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42" r="20117"/>
          <a:stretch>
            <a:fillRect/>
          </a:stretch>
        </p:blipFill>
        <p:spPr>
          <a:xfrm>
            <a:off x="4568074" y="1513149"/>
            <a:ext cx="1072066" cy="22503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F42B97B-C58C-1E8A-A9E3-93C34D3B9725}"/>
              </a:ext>
            </a:extLst>
          </p:cNvPr>
          <p:cNvSpPr/>
          <p:nvPr/>
        </p:nvSpPr>
        <p:spPr>
          <a:xfrm>
            <a:off x="4891652" y="1786699"/>
            <a:ext cx="451972" cy="980513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D88873-FA11-2A20-1E54-77D19DB67717}"/>
              </a:ext>
            </a:extLst>
          </p:cNvPr>
          <p:cNvSpPr txBox="1"/>
          <p:nvPr/>
        </p:nvSpPr>
        <p:spPr>
          <a:xfrm>
            <a:off x="154509" y="6289663"/>
            <a:ext cx="10594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“</a:t>
            </a:r>
            <a:r>
              <a:rPr lang="en-US" sz="1400" b="1" i="1" dirty="0"/>
              <a:t>Note: </a:t>
            </a:r>
            <a:r>
              <a:rPr lang="en-US" sz="1400" i="1" dirty="0"/>
              <a:t>During keep-out inspection in case of any visual discrepancy identified, measurement verification shall be carried out based on the </a:t>
            </a:r>
            <a:r>
              <a:rPr lang="en-US" sz="1400" b="1" i="1" dirty="0"/>
              <a:t>SAQL</a:t>
            </a:r>
            <a:r>
              <a:rPr lang="en-US" sz="1400" i="1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3802716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D5979-9FAA-656E-186F-36A150A39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2E2858E-3202-C75F-C925-B4B2C072EF29}"/>
              </a:ext>
            </a:extLst>
          </p:cNvPr>
          <p:cNvSpPr/>
          <p:nvPr/>
        </p:nvSpPr>
        <p:spPr>
          <a:xfrm>
            <a:off x="96253" y="105878"/>
            <a:ext cx="11924297" cy="6473642"/>
          </a:xfrm>
          <a:prstGeom prst="rect">
            <a:avLst/>
          </a:prstGeom>
          <a:noFill/>
          <a:ln w="19050" cap="flat" cmpd="sng" algn="ctr">
            <a:solidFill>
              <a:srgbClr val="A2421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59E4E3E0-8325-0B24-8B7F-7827EF798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6123" y="0"/>
            <a:ext cx="469521" cy="664143"/>
          </a:xfrm>
          <a:prstGeom prst="rect">
            <a:avLst/>
          </a:prstGeom>
        </p:spPr>
      </p:pic>
      <p:sp>
        <p:nvSpPr>
          <p:cNvPr id="25" name="Footer Placeholder 5">
            <a:extLst>
              <a:ext uri="{FF2B5EF4-FFF2-40B4-BE49-F238E27FC236}">
                <a16:creationId xmlns:a16="http://schemas.microsoft.com/office/drawing/2014/main" id="{6A8C1AF7-581A-B66D-5325-2C134DB1F302}"/>
              </a:ext>
            </a:extLst>
          </p:cNvPr>
          <p:cNvSpPr txBox="1">
            <a:spLocks/>
          </p:cNvSpPr>
          <p:nvPr/>
        </p:nvSpPr>
        <p:spPr>
          <a:xfrm>
            <a:off x="3821170" y="6667500"/>
            <a:ext cx="4114800" cy="19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/>
              <a:t>Sobha Constructions LLC</a:t>
            </a:r>
          </a:p>
        </p:txBody>
      </p:sp>
      <p:sp>
        <p:nvSpPr>
          <p:cNvPr id="26" name="Slide Number Placeholder 3">
            <a:extLst>
              <a:ext uri="{FF2B5EF4-FFF2-40B4-BE49-F238E27FC236}">
                <a16:creationId xmlns:a16="http://schemas.microsoft.com/office/drawing/2014/main" id="{FA707802-94A5-9A54-1540-A770420B907E}"/>
              </a:ext>
            </a:extLst>
          </p:cNvPr>
          <p:cNvSpPr txBox="1">
            <a:spLocks/>
          </p:cNvSpPr>
          <p:nvPr/>
        </p:nvSpPr>
        <p:spPr>
          <a:xfrm>
            <a:off x="11745227" y="6579520"/>
            <a:ext cx="446773" cy="2784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E2CB364-61B8-4529-A871-582E53A6D800}" type="slidenum">
              <a:rPr lang="en-US" smtClean="0"/>
              <a:pPr algn="ctr"/>
              <a:t>9</a:t>
            </a:fld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9AE70DB-EFD8-4C40-7F4E-0E5D41745FF8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SILICON ACTIVITY - SAQL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4F901F9-DFF2-AA41-FE9E-1F1FD9FDAB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577543"/>
              </p:ext>
            </p:extLst>
          </p:nvPr>
        </p:nvGraphicFramePr>
        <p:xfrm>
          <a:off x="160066" y="789120"/>
          <a:ext cx="11795755" cy="516636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494147">
                  <a:extLst>
                    <a:ext uri="{9D8B030D-6E8A-4147-A177-3AD203B41FA5}">
                      <a16:colId xmlns:a16="http://schemas.microsoft.com/office/drawing/2014/main" val="3705517730"/>
                    </a:ext>
                  </a:extLst>
                </a:gridCol>
                <a:gridCol w="352650">
                  <a:extLst>
                    <a:ext uri="{9D8B030D-6E8A-4147-A177-3AD203B41FA5}">
                      <a16:colId xmlns:a16="http://schemas.microsoft.com/office/drawing/2014/main" val="3446696000"/>
                    </a:ext>
                  </a:extLst>
                </a:gridCol>
                <a:gridCol w="428331">
                  <a:extLst>
                    <a:ext uri="{9D8B030D-6E8A-4147-A177-3AD203B41FA5}">
                      <a16:colId xmlns:a16="http://schemas.microsoft.com/office/drawing/2014/main" val="1480477964"/>
                    </a:ext>
                  </a:extLst>
                </a:gridCol>
                <a:gridCol w="654518">
                  <a:extLst>
                    <a:ext uri="{9D8B030D-6E8A-4147-A177-3AD203B41FA5}">
                      <a16:colId xmlns:a16="http://schemas.microsoft.com/office/drawing/2014/main" val="119293098"/>
                    </a:ext>
                  </a:extLst>
                </a:gridCol>
                <a:gridCol w="764947">
                  <a:extLst>
                    <a:ext uri="{9D8B030D-6E8A-4147-A177-3AD203B41FA5}">
                      <a16:colId xmlns:a16="http://schemas.microsoft.com/office/drawing/2014/main" val="4120423674"/>
                    </a:ext>
                  </a:extLst>
                </a:gridCol>
                <a:gridCol w="615932">
                  <a:extLst>
                    <a:ext uri="{9D8B030D-6E8A-4147-A177-3AD203B41FA5}">
                      <a16:colId xmlns:a16="http://schemas.microsoft.com/office/drawing/2014/main" val="2111938757"/>
                    </a:ext>
                  </a:extLst>
                </a:gridCol>
                <a:gridCol w="615932">
                  <a:extLst>
                    <a:ext uri="{9D8B030D-6E8A-4147-A177-3AD203B41FA5}">
                      <a16:colId xmlns:a16="http://schemas.microsoft.com/office/drawing/2014/main" val="2571522738"/>
                    </a:ext>
                  </a:extLst>
                </a:gridCol>
                <a:gridCol w="615932">
                  <a:extLst>
                    <a:ext uri="{9D8B030D-6E8A-4147-A177-3AD203B41FA5}">
                      <a16:colId xmlns:a16="http://schemas.microsoft.com/office/drawing/2014/main" val="2117500609"/>
                    </a:ext>
                  </a:extLst>
                </a:gridCol>
                <a:gridCol w="135887">
                  <a:extLst>
                    <a:ext uri="{9D8B030D-6E8A-4147-A177-3AD203B41FA5}">
                      <a16:colId xmlns:a16="http://schemas.microsoft.com/office/drawing/2014/main" val="3468221850"/>
                    </a:ext>
                  </a:extLst>
                </a:gridCol>
                <a:gridCol w="536602">
                  <a:extLst>
                    <a:ext uri="{9D8B030D-6E8A-4147-A177-3AD203B41FA5}">
                      <a16:colId xmlns:a16="http://schemas.microsoft.com/office/drawing/2014/main" val="2637976141"/>
                    </a:ext>
                  </a:extLst>
                </a:gridCol>
                <a:gridCol w="653419">
                  <a:extLst>
                    <a:ext uri="{9D8B030D-6E8A-4147-A177-3AD203B41FA5}">
                      <a16:colId xmlns:a16="http://schemas.microsoft.com/office/drawing/2014/main" val="3757635558"/>
                    </a:ext>
                  </a:extLst>
                </a:gridCol>
                <a:gridCol w="421591">
                  <a:extLst>
                    <a:ext uri="{9D8B030D-6E8A-4147-A177-3AD203B41FA5}">
                      <a16:colId xmlns:a16="http://schemas.microsoft.com/office/drawing/2014/main" val="1592558035"/>
                    </a:ext>
                  </a:extLst>
                </a:gridCol>
                <a:gridCol w="1008246">
                  <a:extLst>
                    <a:ext uri="{9D8B030D-6E8A-4147-A177-3AD203B41FA5}">
                      <a16:colId xmlns:a16="http://schemas.microsoft.com/office/drawing/2014/main" val="2203777828"/>
                    </a:ext>
                  </a:extLst>
                </a:gridCol>
                <a:gridCol w="159835">
                  <a:extLst>
                    <a:ext uri="{9D8B030D-6E8A-4147-A177-3AD203B41FA5}">
                      <a16:colId xmlns:a16="http://schemas.microsoft.com/office/drawing/2014/main" val="4052265440"/>
                    </a:ext>
                  </a:extLst>
                </a:gridCol>
                <a:gridCol w="343085">
                  <a:extLst>
                    <a:ext uri="{9D8B030D-6E8A-4147-A177-3AD203B41FA5}">
                      <a16:colId xmlns:a16="http://schemas.microsoft.com/office/drawing/2014/main" val="430824968"/>
                    </a:ext>
                  </a:extLst>
                </a:gridCol>
                <a:gridCol w="530973">
                  <a:extLst>
                    <a:ext uri="{9D8B030D-6E8A-4147-A177-3AD203B41FA5}">
                      <a16:colId xmlns:a16="http://schemas.microsoft.com/office/drawing/2014/main" val="2527341019"/>
                    </a:ext>
                  </a:extLst>
                </a:gridCol>
                <a:gridCol w="421928">
                  <a:extLst>
                    <a:ext uri="{9D8B030D-6E8A-4147-A177-3AD203B41FA5}">
                      <a16:colId xmlns:a16="http://schemas.microsoft.com/office/drawing/2014/main" val="3070115847"/>
                    </a:ext>
                  </a:extLst>
                </a:gridCol>
                <a:gridCol w="976483">
                  <a:extLst>
                    <a:ext uri="{9D8B030D-6E8A-4147-A177-3AD203B41FA5}">
                      <a16:colId xmlns:a16="http://schemas.microsoft.com/office/drawing/2014/main" val="1292238880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1708768398"/>
                    </a:ext>
                  </a:extLst>
                </a:gridCol>
                <a:gridCol w="452669">
                  <a:extLst>
                    <a:ext uri="{9D8B030D-6E8A-4147-A177-3AD203B41FA5}">
                      <a16:colId xmlns:a16="http://schemas.microsoft.com/office/drawing/2014/main" val="176148301"/>
                    </a:ext>
                  </a:extLst>
                </a:gridCol>
              </a:tblGrid>
              <a:tr h="274320">
                <a:tc gridSpan="9">
                  <a:txBody>
                    <a:bodyPr/>
                    <a:lstStyle/>
                    <a:p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 DESCRIPTION / PARAMETER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1"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Silicon Uneven Thickness (</a:t>
                      </a: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Sanitary 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Area)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8833322"/>
                  </a:ext>
                </a:extLst>
              </a:tr>
              <a:tr h="274320">
                <a:tc gridSpan="9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IMAGE / PARAMTER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1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MEASURING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1169205"/>
                  </a:ext>
                </a:extLst>
              </a:tr>
              <a:tr h="1828800">
                <a:tc rowSpan="3" gridSpan="9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952691"/>
                  </a:ext>
                </a:extLst>
              </a:tr>
              <a:tr h="182880">
                <a:tc gridSpan="9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INSTRUMENT / INSPECTION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German scale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516540"/>
                  </a:ext>
                </a:extLst>
              </a:tr>
              <a:tr h="182880">
                <a:tc gridSpan="9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STANDING POSITION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As 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5106339"/>
                  </a:ext>
                </a:extLst>
              </a:tr>
              <a:tr h="18288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APPLICABILITY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  <a:sym typeface="Wingdings 2" panose="05020102010507070707" pitchFamily="18" charset="2"/>
                        </a:rPr>
                        <a:t> VILLA          APARTMENT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LIGHTING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Natural / Ambient light /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Artificial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3376049"/>
                  </a:ext>
                </a:extLst>
              </a:tr>
              <a:tr h="274320">
                <a:tc gridSpan="2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ACCEPTABLE QUALITY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331713"/>
                  </a:ext>
                </a:extLst>
              </a:tr>
              <a:tr h="163781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SCENARIO / LOCATION / ZONE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Bath Tub &amp; Shower Partition</a:t>
                      </a:r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AE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Bath Tub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Vanity Countertop &amp; Sink Bottom</a:t>
                      </a:r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Tile Vs Skirting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Control Joint(Floor Tile)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2191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AE" sz="9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AE" sz="9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9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9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9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9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9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AE" sz="9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E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9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9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9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AE" sz="9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E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9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9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9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9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E" sz="9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254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ACCEPTANCE LIMIT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Width: </a:t>
                      </a:r>
                      <a:r>
                        <a:rPr lang="en-AE" sz="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3,4mm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E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Straightness: 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0mm on single side.</a:t>
                      </a:r>
                      <a:endParaRPr lang="en-US" sz="8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E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Width: </a:t>
                      </a:r>
                      <a:r>
                        <a:rPr kumimoji="0" lang="en-AE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3mm            </a:t>
                      </a:r>
                      <a:r>
                        <a:rPr kumimoji="0" lang="en-AE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(+1/-0mm)  </a:t>
                      </a:r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Straightness: </a:t>
                      </a: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0mm on single side.</a:t>
                      </a: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E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Width: </a:t>
                      </a:r>
                      <a:r>
                        <a:rPr kumimoji="0" lang="en-A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3,4mm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E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Straightness: </a:t>
                      </a: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0mm on single side.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E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Width: </a:t>
                      </a:r>
                      <a:r>
                        <a:rPr kumimoji="0" lang="en-A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3,4mm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E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Straightness: </a:t>
                      </a: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0mm on single side.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E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Width: </a:t>
                      </a:r>
                      <a:r>
                        <a:rPr kumimoji="0" lang="en-A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3,4mm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E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Straightness: </a:t>
                      </a: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0mm on single side.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E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Width: </a:t>
                      </a:r>
                      <a:r>
                        <a:rPr kumimoji="0" lang="en-A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3,4mm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E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Straightness: </a:t>
                      </a: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0mm on single side.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E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Width: </a:t>
                      </a:r>
                      <a:r>
                        <a:rPr kumimoji="0" lang="en-A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3,4mm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E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Straightness: </a:t>
                      </a: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0mm on single side.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E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Width: </a:t>
                      </a:r>
                      <a:r>
                        <a:rPr kumimoji="0" lang="en-A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3,4mm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E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Straightness: </a:t>
                      </a: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0mm on single side.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E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Width: </a:t>
                      </a:r>
                      <a:r>
                        <a:rPr kumimoji="0" lang="en-AE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3,4mm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E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Straightness: 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0mm on single side.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E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Width: </a:t>
                      </a:r>
                      <a:r>
                        <a:rPr kumimoji="0" lang="en-AE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4.8,4.9,5,5.1,5.2mm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E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Straightness: 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0mm on single side.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E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Width: </a:t>
                      </a:r>
                      <a:r>
                        <a:rPr kumimoji="0" lang="en-AE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1.3,1.4,1.5,1.6,1.7 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E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</a:t>
                      </a: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Straightness: 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0mm on single side.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085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 sz="9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6136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C7F9A600-C3A9-6725-EFEB-A1F244138537}"/>
              </a:ext>
            </a:extLst>
          </p:cNvPr>
          <p:cNvSpPr txBox="1"/>
          <p:nvPr/>
        </p:nvSpPr>
        <p:spPr>
          <a:xfrm>
            <a:off x="9841253" y="1671741"/>
            <a:ext cx="210963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Place the German scale flat against the wall end, ensuring it is properly seated.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Measure the thickness of the silicon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Verify it against the specified tolerance.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B9429F-FEA9-4C2C-AE9E-9D59909E9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74404" y="1476045"/>
            <a:ext cx="1912530" cy="20046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D155FE-8156-4C4D-A066-88A3C14D801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0651" t="32982" r="5557"/>
          <a:stretch>
            <a:fillRect/>
          </a:stretch>
        </p:blipFill>
        <p:spPr>
          <a:xfrm>
            <a:off x="2427747" y="1476045"/>
            <a:ext cx="1530477" cy="20046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A93CFA-6054-4FFD-A885-1475D763885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060" r="7964"/>
          <a:stretch>
            <a:fillRect/>
          </a:stretch>
        </p:blipFill>
        <p:spPr>
          <a:xfrm>
            <a:off x="4099037" y="1476045"/>
            <a:ext cx="1517203" cy="20046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1013123-A6CF-044D-B0F8-B0ACBA09DEBB}"/>
              </a:ext>
            </a:extLst>
          </p:cNvPr>
          <p:cNvSpPr/>
          <p:nvPr/>
        </p:nvSpPr>
        <p:spPr>
          <a:xfrm rot="1050927">
            <a:off x="933703" y="1814218"/>
            <a:ext cx="365125" cy="1761966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39BA20-4EBF-98BB-B330-4DF3CDEA6800}"/>
              </a:ext>
            </a:extLst>
          </p:cNvPr>
          <p:cNvSpPr/>
          <p:nvPr/>
        </p:nvSpPr>
        <p:spPr>
          <a:xfrm rot="21370614">
            <a:off x="3403456" y="1482935"/>
            <a:ext cx="365125" cy="1761966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AAD673-0BF2-38C0-2FA7-38D775B2D6BB}"/>
              </a:ext>
            </a:extLst>
          </p:cNvPr>
          <p:cNvSpPr/>
          <p:nvPr/>
        </p:nvSpPr>
        <p:spPr>
          <a:xfrm>
            <a:off x="4977990" y="2478351"/>
            <a:ext cx="404612" cy="1086403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8CEF24E-6CB5-46DE-A8B8-749278BFDC93}"/>
              </a:ext>
              <a:ext uri="{147F2762-F138-4A5C-976F-8EAC2B608ADB}">
                <a16:predDERef xmlns:a16="http://schemas.microsoft.com/office/drawing/2014/main" pred="{EFBB3CCC-0DFA-8AA0-B8F4-057D099F1B7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339" r="21252" b="22687"/>
          <a:stretch>
            <a:fillRect/>
          </a:stretch>
        </p:blipFill>
        <p:spPr>
          <a:xfrm>
            <a:off x="8103096" y="1395508"/>
            <a:ext cx="1728785" cy="172201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F639616-6F6D-4875-8484-5CE841F506E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7456" b="26079"/>
          <a:stretch>
            <a:fillRect/>
          </a:stretch>
        </p:blipFill>
        <p:spPr>
          <a:xfrm>
            <a:off x="5924996" y="1417427"/>
            <a:ext cx="2046791" cy="7509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57E1A38-EF60-4228-88D7-21C46270CF2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5753" t="20311" r="35149" b="34127"/>
          <a:stretch>
            <a:fillRect/>
          </a:stretch>
        </p:blipFill>
        <p:spPr>
          <a:xfrm flipH="1">
            <a:off x="5941891" y="2215650"/>
            <a:ext cx="2029896" cy="8855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7E533B6C-EDA4-9542-0610-90B2CE609D3D}"/>
              </a:ext>
            </a:extLst>
          </p:cNvPr>
          <p:cNvSpPr/>
          <p:nvPr/>
        </p:nvSpPr>
        <p:spPr>
          <a:xfrm rot="5400000">
            <a:off x="6762146" y="747740"/>
            <a:ext cx="391739" cy="206604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43A1185-9658-1AC9-BB88-705B5FA56481}"/>
              </a:ext>
            </a:extLst>
          </p:cNvPr>
          <p:cNvSpPr/>
          <p:nvPr/>
        </p:nvSpPr>
        <p:spPr>
          <a:xfrm>
            <a:off x="8539252" y="2168351"/>
            <a:ext cx="784945" cy="844906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81C95DD-6AE3-96E9-355D-BE2D3432970D}"/>
              </a:ext>
            </a:extLst>
          </p:cNvPr>
          <p:cNvSpPr/>
          <p:nvPr/>
        </p:nvSpPr>
        <p:spPr>
          <a:xfrm>
            <a:off x="6052099" y="2659872"/>
            <a:ext cx="583907" cy="38410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34A9D4-61F5-86B2-9D1E-10D2C4D3F950}"/>
              </a:ext>
            </a:extLst>
          </p:cNvPr>
          <p:cNvSpPr txBox="1"/>
          <p:nvPr/>
        </p:nvSpPr>
        <p:spPr>
          <a:xfrm>
            <a:off x="154509" y="6289663"/>
            <a:ext cx="10594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“</a:t>
            </a:r>
            <a:r>
              <a:rPr lang="en-US" sz="1400" b="1" i="1" dirty="0"/>
              <a:t>Note: </a:t>
            </a:r>
            <a:r>
              <a:rPr lang="en-US" sz="1400" i="1" dirty="0"/>
              <a:t>During keep-out inspection in case of any visual discrepancy identified, measurement verification shall be carried out based on the </a:t>
            </a:r>
            <a:r>
              <a:rPr lang="en-US" sz="1400" b="1" i="1" dirty="0"/>
              <a:t>SAQL</a:t>
            </a:r>
            <a:r>
              <a:rPr lang="en-US" sz="1400" i="1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2473501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06DA9-B066-FC5D-B337-D0DD92686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C38F4D9-F9D6-D816-D3C2-94E52F47CC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048554"/>
              </p:ext>
            </p:extLst>
          </p:nvPr>
        </p:nvGraphicFramePr>
        <p:xfrm>
          <a:off x="237066" y="798745"/>
          <a:ext cx="11704320" cy="5303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3705517730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480477964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22345407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74315352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4228126354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893090335"/>
                    </a:ext>
                  </a:extLst>
                </a:gridCol>
                <a:gridCol w="194310">
                  <a:extLst>
                    <a:ext uri="{9D8B030D-6E8A-4147-A177-3AD203B41FA5}">
                      <a16:colId xmlns:a16="http://schemas.microsoft.com/office/drawing/2014/main" val="1000342446"/>
                    </a:ext>
                  </a:extLst>
                </a:gridCol>
                <a:gridCol w="388620">
                  <a:extLst>
                    <a:ext uri="{9D8B030D-6E8A-4147-A177-3AD203B41FA5}">
                      <a16:colId xmlns:a16="http://schemas.microsoft.com/office/drawing/2014/main" val="263797614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28822874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642839548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681032817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847757149"/>
                    </a:ext>
                  </a:extLst>
                </a:gridCol>
                <a:gridCol w="388620">
                  <a:extLst>
                    <a:ext uri="{9D8B030D-6E8A-4147-A177-3AD203B41FA5}">
                      <a16:colId xmlns:a16="http://schemas.microsoft.com/office/drawing/2014/main" val="4119408564"/>
                    </a:ext>
                  </a:extLst>
                </a:gridCol>
                <a:gridCol w="194310">
                  <a:extLst>
                    <a:ext uri="{9D8B030D-6E8A-4147-A177-3AD203B41FA5}">
                      <a16:colId xmlns:a16="http://schemas.microsoft.com/office/drawing/2014/main" val="571042379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312688988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54996215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447951765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935624817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377578051"/>
                    </a:ext>
                  </a:extLst>
                </a:gridCol>
              </a:tblGrid>
              <a:tr h="265176">
                <a:tc gridSpan="7">
                  <a:txBody>
                    <a:bodyPr/>
                    <a:lstStyle/>
                    <a:p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 DESCRIPTION / PARAMETER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r>
                        <a:rPr lang="en-AE" sz="1000" b="1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Uneven Silicone application</a:t>
                      </a:r>
                      <a:endParaRPr lang="en-US" sz="1000" b="1" kern="120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38833322"/>
                  </a:ext>
                </a:extLst>
              </a:tr>
              <a:tr h="265176">
                <a:tc gridSpan="7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IMAGE / PARAMTER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MEASURING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31169205"/>
                  </a:ext>
                </a:extLst>
              </a:tr>
              <a:tr h="2651760">
                <a:tc rowSpan="3" gridSpan="7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36952691"/>
                  </a:ext>
                </a:extLst>
              </a:tr>
              <a:tr h="265176">
                <a:tc gridSpan="7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INSTRUMENT / INSPECTION METHOD</a:t>
                      </a:r>
                      <a:endParaRPr lang="en-AE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Visual Inspection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64516540"/>
                  </a:ext>
                </a:extLst>
              </a:tr>
              <a:tr h="265176">
                <a:tc gridSpan="7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STANDING POSITION</a:t>
                      </a:r>
                      <a:endParaRPr lang="en-AE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Minimum 1 Meter in any direction.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0510633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APPLICABILITY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  <a:sym typeface="Wingdings 2" panose="05020102010507070707" pitchFamily="18" charset="2"/>
                        </a:rPr>
                        <a:t> VILLA          APARTMENT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LIGHTING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Natural / Ambient light /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Artificial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43376049"/>
                  </a:ext>
                </a:extLst>
              </a:tr>
              <a:tr h="265176">
                <a:tc gridSpan="1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ACCEPTABLE QUALITY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5433171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SCENARIO / LOCATION / ZONE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Façade – Internal Jamb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Façade – External Jamb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Joinery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Sanitary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15254278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77360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ACCEPTANCE LIMIT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2408534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50613654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6BAE92-FD7C-9C4D-91B2-90E92805F9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21170" y="6667500"/>
            <a:ext cx="4114800" cy="19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 dirty="0"/>
              <a:t>Sobha Constructions LLC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CF8E21-468C-D072-285C-C4F02E7D26B3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SILICON ACTIVITY - SAQL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462B90-6F82-1B5F-3F56-BD55EF1DBD88}"/>
              </a:ext>
            </a:extLst>
          </p:cNvPr>
          <p:cNvSpPr txBox="1"/>
          <p:nvPr/>
        </p:nvSpPr>
        <p:spPr>
          <a:xfrm>
            <a:off x="9445362" y="2049707"/>
            <a:ext cx="2355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 inspection of painted areas shall be carried out under natural daylight or appropriate artificial lighting from all relevant directions.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7228961-30F5-58E7-9F2E-93544D167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915" y="1532136"/>
            <a:ext cx="3571191" cy="22400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F0F988E-C70F-AE12-E3FD-05A88D6DE633}"/>
              </a:ext>
            </a:extLst>
          </p:cNvPr>
          <p:cNvSpPr/>
          <p:nvPr/>
        </p:nvSpPr>
        <p:spPr>
          <a:xfrm>
            <a:off x="96253" y="105878"/>
            <a:ext cx="11924297" cy="6473642"/>
          </a:xfrm>
          <a:prstGeom prst="rect">
            <a:avLst/>
          </a:prstGeom>
          <a:noFill/>
          <a:ln w="19050" cap="flat" cmpd="sng" algn="ctr">
            <a:solidFill>
              <a:srgbClr val="A2421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AE1649BC-2D16-7B40-CCA8-075E3E921C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6123" y="0"/>
            <a:ext cx="469521" cy="664143"/>
          </a:xfrm>
          <a:prstGeom prst="rect">
            <a:avLst/>
          </a:prstGeom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92F54659-B1DA-2D61-FCE8-688FBC85B9BC}"/>
              </a:ext>
            </a:extLst>
          </p:cNvPr>
          <p:cNvSpPr txBox="1">
            <a:spLocks/>
          </p:cNvSpPr>
          <p:nvPr/>
        </p:nvSpPr>
        <p:spPr>
          <a:xfrm>
            <a:off x="11745227" y="6579520"/>
            <a:ext cx="446773" cy="2784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E2CB364-61B8-4529-A871-582E53A6D800}" type="slidenum">
              <a:rPr lang="en-US" smtClean="0"/>
              <a:pPr algn="ctr"/>
              <a:t>10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9E8BFF-0570-69AA-DEB0-9AC052F584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385" y="1424387"/>
            <a:ext cx="3801017" cy="29166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45169DD-C075-01C1-4517-9414DF3E546B}"/>
              </a:ext>
            </a:extLst>
          </p:cNvPr>
          <p:cNvSpPr/>
          <p:nvPr/>
        </p:nvSpPr>
        <p:spPr>
          <a:xfrm>
            <a:off x="2558501" y="2281187"/>
            <a:ext cx="803361" cy="751115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B5AD33-D921-FCE0-AE22-47BC5B86D0D9}"/>
              </a:ext>
            </a:extLst>
          </p:cNvPr>
          <p:cNvSpPr txBox="1"/>
          <p:nvPr/>
        </p:nvSpPr>
        <p:spPr>
          <a:xfrm>
            <a:off x="154509" y="6289663"/>
            <a:ext cx="10594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“</a:t>
            </a:r>
            <a:r>
              <a:rPr lang="en-US" sz="1400" b="1" i="1" dirty="0"/>
              <a:t>Note: </a:t>
            </a:r>
            <a:r>
              <a:rPr lang="en-US" sz="1400" i="1" dirty="0"/>
              <a:t>During keep-out inspection in case of any visual discrepancy identified, measurement verification shall be carried out based on the </a:t>
            </a:r>
            <a:r>
              <a:rPr lang="en-US" sz="1400" b="1" i="1" dirty="0"/>
              <a:t>SAQL</a:t>
            </a:r>
            <a:r>
              <a:rPr lang="en-US" sz="1400" i="1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2288560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9477F-150B-91B9-CD03-8FC73E1E6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BD55F8E-E754-DAA1-3F99-ECB5834BEF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769151"/>
              </p:ext>
            </p:extLst>
          </p:nvPr>
        </p:nvGraphicFramePr>
        <p:xfrm>
          <a:off x="237066" y="798745"/>
          <a:ext cx="11704320" cy="5303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3705517730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480477964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22345407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74315352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4228126354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893090335"/>
                    </a:ext>
                  </a:extLst>
                </a:gridCol>
                <a:gridCol w="194310">
                  <a:extLst>
                    <a:ext uri="{9D8B030D-6E8A-4147-A177-3AD203B41FA5}">
                      <a16:colId xmlns:a16="http://schemas.microsoft.com/office/drawing/2014/main" val="1000342446"/>
                    </a:ext>
                  </a:extLst>
                </a:gridCol>
                <a:gridCol w="388620">
                  <a:extLst>
                    <a:ext uri="{9D8B030D-6E8A-4147-A177-3AD203B41FA5}">
                      <a16:colId xmlns:a16="http://schemas.microsoft.com/office/drawing/2014/main" val="263797614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28822874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642839548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681032817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847757149"/>
                    </a:ext>
                  </a:extLst>
                </a:gridCol>
                <a:gridCol w="388620">
                  <a:extLst>
                    <a:ext uri="{9D8B030D-6E8A-4147-A177-3AD203B41FA5}">
                      <a16:colId xmlns:a16="http://schemas.microsoft.com/office/drawing/2014/main" val="4119408564"/>
                    </a:ext>
                  </a:extLst>
                </a:gridCol>
                <a:gridCol w="194310">
                  <a:extLst>
                    <a:ext uri="{9D8B030D-6E8A-4147-A177-3AD203B41FA5}">
                      <a16:colId xmlns:a16="http://schemas.microsoft.com/office/drawing/2014/main" val="571042379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312688988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54996215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447951765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935624817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377578051"/>
                    </a:ext>
                  </a:extLst>
                </a:gridCol>
              </a:tblGrid>
              <a:tr h="265176">
                <a:tc gridSpan="7">
                  <a:txBody>
                    <a:bodyPr/>
                    <a:lstStyle/>
                    <a:p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 DESCRIPTION / PARAMETER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r>
                        <a:rPr lang="en-AE" sz="1000" b="1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Silicone Undulations</a:t>
                      </a:r>
                      <a:endParaRPr lang="en-US" sz="1000" b="1" kern="120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38833322"/>
                  </a:ext>
                </a:extLst>
              </a:tr>
              <a:tr h="265176">
                <a:tc gridSpan="7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IMAGE / PARAMTER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MEASURING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31169205"/>
                  </a:ext>
                </a:extLst>
              </a:tr>
              <a:tr h="2651760">
                <a:tc rowSpan="3" gridSpan="7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36952691"/>
                  </a:ext>
                </a:extLst>
              </a:tr>
              <a:tr h="265176">
                <a:tc gridSpan="7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INSTRUMENT / INSPECTION METHOD</a:t>
                      </a:r>
                      <a:endParaRPr lang="en-AE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Visual Inspection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64516540"/>
                  </a:ext>
                </a:extLst>
              </a:tr>
              <a:tr h="265176">
                <a:tc gridSpan="7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STANDING POSITION</a:t>
                      </a:r>
                      <a:endParaRPr lang="en-AE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Minimum 1 Meter in any direction.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0510633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APPLICABILITY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  <a:sym typeface="Wingdings 2" panose="05020102010507070707" pitchFamily="18" charset="2"/>
                        </a:rPr>
                        <a:t> VILLA          APARTMENT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LIGHTING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Natural / Ambient light /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Artificial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43376049"/>
                  </a:ext>
                </a:extLst>
              </a:tr>
              <a:tr h="265176">
                <a:tc gridSpan="1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ACCEPTABLE QUALITY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5433171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SCENARIO / LOCATION / ZONE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Façade – Internal Jamb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Façade – External Jamb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Joinery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Sanitary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15254278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77360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ACCEPTANCE LIMIT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2408534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50613654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2A4530-08E3-5A95-A4DE-2F0EA086AF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21170" y="6667500"/>
            <a:ext cx="4114800" cy="19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 dirty="0"/>
              <a:t>Sobha Constructions LLC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1F7979-4375-31C5-7AC6-3083320A94B3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SILICON ACTIVITY - SAQL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46F940-57DB-049D-4112-696E7932D6FA}"/>
              </a:ext>
            </a:extLst>
          </p:cNvPr>
          <p:cNvSpPr txBox="1"/>
          <p:nvPr/>
        </p:nvSpPr>
        <p:spPr>
          <a:xfrm>
            <a:off x="9445362" y="2049707"/>
            <a:ext cx="2355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 inspection of painted areas shall be carried out under natural daylight or appropriate artificial lighting from all relevant directions.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A1F7C0-58D0-309A-51F9-7FA419EE9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915" y="1532136"/>
            <a:ext cx="3571191" cy="22400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369CCD4-6A29-215B-9516-D88AA573C957}"/>
              </a:ext>
            </a:extLst>
          </p:cNvPr>
          <p:cNvSpPr/>
          <p:nvPr/>
        </p:nvSpPr>
        <p:spPr>
          <a:xfrm>
            <a:off x="96253" y="105878"/>
            <a:ext cx="11924297" cy="6473642"/>
          </a:xfrm>
          <a:prstGeom prst="rect">
            <a:avLst/>
          </a:prstGeom>
          <a:noFill/>
          <a:ln w="19050" cap="flat" cmpd="sng" algn="ctr">
            <a:solidFill>
              <a:srgbClr val="A2421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BEE38A0C-8DC9-35EE-1120-711B52A86E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6123" y="0"/>
            <a:ext cx="469521" cy="664143"/>
          </a:xfrm>
          <a:prstGeom prst="rect">
            <a:avLst/>
          </a:prstGeom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3E751680-C1F7-5904-6F3C-5E21B790BF93}"/>
              </a:ext>
            </a:extLst>
          </p:cNvPr>
          <p:cNvSpPr txBox="1">
            <a:spLocks/>
          </p:cNvSpPr>
          <p:nvPr/>
        </p:nvSpPr>
        <p:spPr>
          <a:xfrm>
            <a:off x="11745227" y="6579520"/>
            <a:ext cx="446773" cy="2784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E2CB364-61B8-4529-A871-582E53A6D800}" type="slidenum">
              <a:rPr lang="en-US" smtClean="0"/>
              <a:pPr algn="ctr"/>
              <a:t>11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75B76D-1BB5-8BE1-C473-D3C4DDE731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266" y="1457746"/>
            <a:ext cx="4379496" cy="29597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910FEAF-3588-B5C0-9858-DD5885EED67E}"/>
              </a:ext>
            </a:extLst>
          </p:cNvPr>
          <p:cNvSpPr/>
          <p:nvPr/>
        </p:nvSpPr>
        <p:spPr>
          <a:xfrm rot="20970479">
            <a:off x="2417353" y="1565169"/>
            <a:ext cx="632050" cy="2795941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86C9AC-D84F-E132-BC61-1141485F5E13}"/>
              </a:ext>
            </a:extLst>
          </p:cNvPr>
          <p:cNvSpPr txBox="1"/>
          <p:nvPr/>
        </p:nvSpPr>
        <p:spPr>
          <a:xfrm>
            <a:off x="154509" y="6289663"/>
            <a:ext cx="10594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“</a:t>
            </a:r>
            <a:r>
              <a:rPr lang="en-US" sz="1400" b="1" i="1" dirty="0"/>
              <a:t>Note: </a:t>
            </a:r>
            <a:r>
              <a:rPr lang="en-US" sz="1400" i="1" dirty="0"/>
              <a:t>During keep-out inspection in case of any visual discrepancy identified, measurement verification shall be carried out based on the </a:t>
            </a:r>
            <a:r>
              <a:rPr lang="en-US" sz="1400" b="1" i="1" dirty="0"/>
              <a:t>SAQL</a:t>
            </a:r>
            <a:r>
              <a:rPr lang="en-US" sz="1400" i="1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2982282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9F732-D964-2A3E-8787-30400D06E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9301D47-CF53-DE38-5708-D21206F4E5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548942"/>
              </p:ext>
            </p:extLst>
          </p:nvPr>
        </p:nvGraphicFramePr>
        <p:xfrm>
          <a:off x="237066" y="798745"/>
          <a:ext cx="11704320" cy="5303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3705517730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480477964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22345407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74315352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4228126354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893090335"/>
                    </a:ext>
                  </a:extLst>
                </a:gridCol>
                <a:gridCol w="194310">
                  <a:extLst>
                    <a:ext uri="{9D8B030D-6E8A-4147-A177-3AD203B41FA5}">
                      <a16:colId xmlns:a16="http://schemas.microsoft.com/office/drawing/2014/main" val="1000342446"/>
                    </a:ext>
                  </a:extLst>
                </a:gridCol>
                <a:gridCol w="388620">
                  <a:extLst>
                    <a:ext uri="{9D8B030D-6E8A-4147-A177-3AD203B41FA5}">
                      <a16:colId xmlns:a16="http://schemas.microsoft.com/office/drawing/2014/main" val="263797614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28822874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642839548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681032817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847757149"/>
                    </a:ext>
                  </a:extLst>
                </a:gridCol>
                <a:gridCol w="388620">
                  <a:extLst>
                    <a:ext uri="{9D8B030D-6E8A-4147-A177-3AD203B41FA5}">
                      <a16:colId xmlns:a16="http://schemas.microsoft.com/office/drawing/2014/main" val="4119408564"/>
                    </a:ext>
                  </a:extLst>
                </a:gridCol>
                <a:gridCol w="194310">
                  <a:extLst>
                    <a:ext uri="{9D8B030D-6E8A-4147-A177-3AD203B41FA5}">
                      <a16:colId xmlns:a16="http://schemas.microsoft.com/office/drawing/2014/main" val="571042379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312688988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54996215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447951765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935624817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377578051"/>
                    </a:ext>
                  </a:extLst>
                </a:gridCol>
              </a:tblGrid>
              <a:tr h="265176">
                <a:tc gridSpan="7">
                  <a:txBody>
                    <a:bodyPr/>
                    <a:lstStyle/>
                    <a:p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 DESCRIPTION / PARAMETER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r>
                        <a:rPr lang="en-AE" sz="1000" b="1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Silicone damage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38833322"/>
                  </a:ext>
                </a:extLst>
              </a:tr>
              <a:tr h="265176">
                <a:tc gridSpan="7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IMAGE / PARAMTER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MEASURING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31169205"/>
                  </a:ext>
                </a:extLst>
              </a:tr>
              <a:tr h="2651760">
                <a:tc rowSpan="3" gridSpan="7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36952691"/>
                  </a:ext>
                </a:extLst>
              </a:tr>
              <a:tr h="265176">
                <a:tc gridSpan="7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INSTRUMENT / INSPECTION METHOD</a:t>
                      </a:r>
                      <a:endParaRPr lang="en-AE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Visual Inspection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64516540"/>
                  </a:ext>
                </a:extLst>
              </a:tr>
              <a:tr h="265176">
                <a:tc gridSpan="7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STANDING POSITION</a:t>
                      </a:r>
                      <a:endParaRPr lang="en-AE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Minimum 1 Meter in any direction.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0510633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APPLICABILITY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  <a:sym typeface="Wingdings 2" panose="05020102010507070707" pitchFamily="18" charset="2"/>
                        </a:rPr>
                        <a:t> VILLA          APARTMENT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LIGHTING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Natural / Ambient light /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Artificial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43376049"/>
                  </a:ext>
                </a:extLst>
              </a:tr>
              <a:tr h="265176">
                <a:tc gridSpan="1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ACCEPTABLE QUALITY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5433171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SCENARIO / LOCATION / ZONE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Façade – Internal Jamb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Façade – External Jamb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Joinery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Sanitary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15254278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77360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ACCEPTANCE LIMIT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2408534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50613654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245DB-8AED-DD30-C469-2BE3FD9773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21170" y="6667500"/>
            <a:ext cx="4114800" cy="19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 dirty="0"/>
              <a:t>Sobha Constructions LLC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0B49E5-6C71-E203-0135-275275680A00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SILICON ACTIVITY - SAQL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719574-625E-2B29-57EE-A2687752AD39}"/>
              </a:ext>
            </a:extLst>
          </p:cNvPr>
          <p:cNvSpPr txBox="1"/>
          <p:nvPr/>
        </p:nvSpPr>
        <p:spPr>
          <a:xfrm>
            <a:off x="9445362" y="2049707"/>
            <a:ext cx="2355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 inspection of painted areas shall be carried out under natural daylight or appropriate artificial lighting from all relevant directions.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C8AFC8-B4EC-6D5B-C134-0A0D389E3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915" y="1532136"/>
            <a:ext cx="3571191" cy="22400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7CC76F0-8B6D-5527-B843-51B461BE88D5}"/>
              </a:ext>
            </a:extLst>
          </p:cNvPr>
          <p:cNvSpPr/>
          <p:nvPr/>
        </p:nvSpPr>
        <p:spPr>
          <a:xfrm>
            <a:off x="96253" y="105878"/>
            <a:ext cx="11924297" cy="6473642"/>
          </a:xfrm>
          <a:prstGeom prst="rect">
            <a:avLst/>
          </a:prstGeom>
          <a:noFill/>
          <a:ln w="19050" cap="flat" cmpd="sng" algn="ctr">
            <a:solidFill>
              <a:srgbClr val="A2421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8B7B3389-36FF-4B28-8702-3BEEB45460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6123" y="0"/>
            <a:ext cx="469521" cy="664143"/>
          </a:xfrm>
          <a:prstGeom prst="rect">
            <a:avLst/>
          </a:prstGeom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89719387-ABF9-501A-C629-BEB862F17F0B}"/>
              </a:ext>
            </a:extLst>
          </p:cNvPr>
          <p:cNvSpPr txBox="1">
            <a:spLocks/>
          </p:cNvSpPr>
          <p:nvPr/>
        </p:nvSpPr>
        <p:spPr>
          <a:xfrm>
            <a:off x="11745227" y="6579520"/>
            <a:ext cx="446773" cy="2784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E2CB364-61B8-4529-A871-582E53A6D800}" type="slidenum">
              <a:rPr lang="en-US" smtClean="0"/>
              <a:pPr algn="ctr"/>
              <a:t>12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4D23B0-75D4-8C2C-2A6D-DC40388078B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15" t="41383" r="52253" b="45128"/>
          <a:stretch>
            <a:fillRect/>
          </a:stretch>
        </p:blipFill>
        <p:spPr bwMode="auto">
          <a:xfrm>
            <a:off x="285430" y="1532136"/>
            <a:ext cx="3212984" cy="283451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CB0166-864E-D343-0068-7649CE325A72}"/>
              </a:ext>
            </a:extLst>
          </p:cNvPr>
          <p:cNvCxnSpPr>
            <a:cxnSpLocks/>
            <a:stCxn id="14" idx="2"/>
            <a:endCxn id="15" idx="4"/>
          </p:cNvCxnSpPr>
          <p:nvPr/>
        </p:nvCxnSpPr>
        <p:spPr>
          <a:xfrm>
            <a:off x="1767097" y="2740005"/>
            <a:ext cx="2907821" cy="103219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99056CC-00DC-66BE-4DDE-BBFD4C234F11}"/>
              </a:ext>
            </a:extLst>
          </p:cNvPr>
          <p:cNvCxnSpPr>
            <a:cxnSpLocks/>
            <a:stCxn id="14" idx="0"/>
            <a:endCxn id="15" idx="0"/>
          </p:cNvCxnSpPr>
          <p:nvPr/>
        </p:nvCxnSpPr>
        <p:spPr>
          <a:xfrm flipV="1">
            <a:off x="1767097" y="1702399"/>
            <a:ext cx="2907821" cy="294833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DD14789-D334-B185-1D6F-1A7C6AEFEB4E}"/>
              </a:ext>
            </a:extLst>
          </p:cNvPr>
          <p:cNvSpPr/>
          <p:nvPr/>
        </p:nvSpPr>
        <p:spPr>
          <a:xfrm>
            <a:off x="1378988" y="1997232"/>
            <a:ext cx="776217" cy="742773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5E8FCD7-ECDC-B6A3-E077-37750CF4901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50" t="39872" r="61985" b="48592"/>
          <a:stretch>
            <a:fillRect/>
          </a:stretch>
        </p:blipFill>
        <p:spPr bwMode="auto">
          <a:xfrm>
            <a:off x="3602719" y="1702399"/>
            <a:ext cx="2144398" cy="206980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8F8F57-801A-6D8E-AA8D-AF7072DE14A0}"/>
              </a:ext>
            </a:extLst>
          </p:cNvPr>
          <p:cNvSpPr txBox="1"/>
          <p:nvPr/>
        </p:nvSpPr>
        <p:spPr>
          <a:xfrm>
            <a:off x="154509" y="6289663"/>
            <a:ext cx="10594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“</a:t>
            </a:r>
            <a:r>
              <a:rPr lang="en-US" sz="1400" b="1" i="1" dirty="0"/>
              <a:t>Note: </a:t>
            </a:r>
            <a:r>
              <a:rPr lang="en-US" sz="1400" i="1" dirty="0"/>
              <a:t>During keep-out inspection in case of any visual discrepancy identified, measurement verification shall be carried out based on the </a:t>
            </a:r>
            <a:r>
              <a:rPr lang="en-US" sz="1400" b="1" i="1" dirty="0"/>
              <a:t>SAQL</a:t>
            </a:r>
            <a:r>
              <a:rPr lang="en-US" sz="1400" i="1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670606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E2995-4A48-5F56-D697-1FD3B5F32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450A4EF-0377-7D92-4CFA-FE6D7EC021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051743"/>
              </p:ext>
            </p:extLst>
          </p:nvPr>
        </p:nvGraphicFramePr>
        <p:xfrm>
          <a:off x="237066" y="798745"/>
          <a:ext cx="11704320" cy="5303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3705517730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480477964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22345407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74315352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4228126354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893090335"/>
                    </a:ext>
                  </a:extLst>
                </a:gridCol>
                <a:gridCol w="194310">
                  <a:extLst>
                    <a:ext uri="{9D8B030D-6E8A-4147-A177-3AD203B41FA5}">
                      <a16:colId xmlns:a16="http://schemas.microsoft.com/office/drawing/2014/main" val="1000342446"/>
                    </a:ext>
                  </a:extLst>
                </a:gridCol>
                <a:gridCol w="388620">
                  <a:extLst>
                    <a:ext uri="{9D8B030D-6E8A-4147-A177-3AD203B41FA5}">
                      <a16:colId xmlns:a16="http://schemas.microsoft.com/office/drawing/2014/main" val="263797614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28822874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642839548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681032817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847757149"/>
                    </a:ext>
                  </a:extLst>
                </a:gridCol>
                <a:gridCol w="388620">
                  <a:extLst>
                    <a:ext uri="{9D8B030D-6E8A-4147-A177-3AD203B41FA5}">
                      <a16:colId xmlns:a16="http://schemas.microsoft.com/office/drawing/2014/main" val="4119408564"/>
                    </a:ext>
                  </a:extLst>
                </a:gridCol>
                <a:gridCol w="194310">
                  <a:extLst>
                    <a:ext uri="{9D8B030D-6E8A-4147-A177-3AD203B41FA5}">
                      <a16:colId xmlns:a16="http://schemas.microsoft.com/office/drawing/2014/main" val="571042379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312688988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54996215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447951765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935624817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377578051"/>
                    </a:ext>
                  </a:extLst>
                </a:gridCol>
              </a:tblGrid>
              <a:tr h="265176">
                <a:tc gridSpan="7">
                  <a:txBody>
                    <a:bodyPr/>
                    <a:lstStyle/>
                    <a:p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 DESCRIPTION / PARAMETER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1000" b="1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Silicone rough finish</a:t>
                      </a:r>
                      <a:endParaRPr lang="en-US" sz="1000" b="1" kern="120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38833322"/>
                  </a:ext>
                </a:extLst>
              </a:tr>
              <a:tr h="265176">
                <a:tc gridSpan="7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IMAGE / PARAMTER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MEASURING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31169205"/>
                  </a:ext>
                </a:extLst>
              </a:tr>
              <a:tr h="2651760">
                <a:tc rowSpan="3" gridSpan="7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36952691"/>
                  </a:ext>
                </a:extLst>
              </a:tr>
              <a:tr h="265176">
                <a:tc gridSpan="7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INSTRUMENT / INSPECTION METHOD</a:t>
                      </a:r>
                      <a:endParaRPr lang="en-AE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Visual Inspection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64516540"/>
                  </a:ext>
                </a:extLst>
              </a:tr>
              <a:tr h="265176">
                <a:tc gridSpan="7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STANDING POSITION</a:t>
                      </a:r>
                      <a:endParaRPr lang="en-AE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Minimum 1 Meter in any direction.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0510633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APPLICABILITY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  <a:sym typeface="Wingdings 2" panose="05020102010507070707" pitchFamily="18" charset="2"/>
                        </a:rPr>
                        <a:t> VILLA          APARTMENT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LIGHTING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Natural / Ambient light /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Artificial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43376049"/>
                  </a:ext>
                </a:extLst>
              </a:tr>
              <a:tr h="265176">
                <a:tc gridSpan="1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ACCEPTABLE QUALITY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5433171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SCENARIO / LOCATION / ZONE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Façade – Internal Jamb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Façade – External Jamb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Joinery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Sanitary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15254278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77360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ACCEPTANCE LIMIT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2408534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50613654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594D73-4913-80F1-9BB0-038E427FB9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21170" y="6667500"/>
            <a:ext cx="4114800" cy="19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 dirty="0"/>
              <a:t>Sobha Constructions LLC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5C0076-E8DE-9DE5-D942-4A82A4F9612F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SILICON ACTIVITY - SAQL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D49B16-3631-5BDB-1177-B3D213A39210}"/>
              </a:ext>
            </a:extLst>
          </p:cNvPr>
          <p:cNvSpPr txBox="1"/>
          <p:nvPr/>
        </p:nvSpPr>
        <p:spPr>
          <a:xfrm>
            <a:off x="9445362" y="2049707"/>
            <a:ext cx="2355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 inspection of painted areas shall be carried out under natural daylight or appropriate artificial lighting from all relevant directions.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AB3F7F-20A6-C26D-2815-148A6DBD8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915" y="1532136"/>
            <a:ext cx="3571191" cy="22400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732AD43-1A5D-1D03-91A7-B166725639FF}"/>
              </a:ext>
            </a:extLst>
          </p:cNvPr>
          <p:cNvSpPr/>
          <p:nvPr/>
        </p:nvSpPr>
        <p:spPr>
          <a:xfrm>
            <a:off x="96253" y="105878"/>
            <a:ext cx="11924297" cy="6473642"/>
          </a:xfrm>
          <a:prstGeom prst="rect">
            <a:avLst/>
          </a:prstGeom>
          <a:noFill/>
          <a:ln w="19050" cap="flat" cmpd="sng" algn="ctr">
            <a:solidFill>
              <a:srgbClr val="A2421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DF8D759F-FD1E-846D-1909-CCEBF6D6CE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6123" y="0"/>
            <a:ext cx="469521" cy="664143"/>
          </a:xfrm>
          <a:prstGeom prst="rect">
            <a:avLst/>
          </a:prstGeom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8E0BFB65-C024-25C7-C6C3-4817E530556C}"/>
              </a:ext>
            </a:extLst>
          </p:cNvPr>
          <p:cNvSpPr txBox="1">
            <a:spLocks/>
          </p:cNvSpPr>
          <p:nvPr/>
        </p:nvSpPr>
        <p:spPr>
          <a:xfrm>
            <a:off x="11745227" y="6579520"/>
            <a:ext cx="446773" cy="2784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E2CB364-61B8-4529-A871-582E53A6D800}" type="slidenum">
              <a:rPr lang="en-US" smtClean="0"/>
              <a:pPr algn="ctr"/>
              <a:t>13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1CEBBD-1F6A-214F-03CF-A89552F2F1D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91" t="2905" r="31900" b="13910"/>
          <a:stretch>
            <a:fillRect/>
          </a:stretch>
        </p:blipFill>
        <p:spPr bwMode="auto">
          <a:xfrm>
            <a:off x="335480" y="1481833"/>
            <a:ext cx="3382819" cy="292653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FA12714-1DE1-8A7C-8772-A6CFC6F09E70}"/>
              </a:ext>
            </a:extLst>
          </p:cNvPr>
          <p:cNvSpPr/>
          <p:nvPr/>
        </p:nvSpPr>
        <p:spPr>
          <a:xfrm>
            <a:off x="1528954" y="2842937"/>
            <a:ext cx="632050" cy="607568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9245AA-C828-739F-9EAA-42845DBC05FA}"/>
              </a:ext>
            </a:extLst>
          </p:cNvPr>
          <p:cNvCxnSpPr>
            <a:cxnSpLocks/>
            <a:stCxn id="5" idx="0"/>
            <a:endCxn id="30" idx="0"/>
          </p:cNvCxnSpPr>
          <p:nvPr/>
        </p:nvCxnSpPr>
        <p:spPr>
          <a:xfrm flipV="1">
            <a:off x="1844979" y="1711753"/>
            <a:ext cx="2593908" cy="113118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88E13F3-0879-B5AC-4C52-35AB434DAF34}"/>
              </a:ext>
            </a:extLst>
          </p:cNvPr>
          <p:cNvCxnSpPr>
            <a:cxnSpLocks/>
            <a:stCxn id="5" idx="2"/>
            <a:endCxn id="30" idx="4"/>
          </p:cNvCxnSpPr>
          <p:nvPr/>
        </p:nvCxnSpPr>
        <p:spPr>
          <a:xfrm>
            <a:off x="1844979" y="3450505"/>
            <a:ext cx="2593908" cy="142076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4FE90AFF-42F7-2C1B-9E71-65F900FCCA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4953" y="1711753"/>
            <a:ext cx="1987867" cy="1880828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1B82AD-03F2-01D2-D529-010A69CD812A}"/>
              </a:ext>
            </a:extLst>
          </p:cNvPr>
          <p:cNvSpPr txBox="1"/>
          <p:nvPr/>
        </p:nvSpPr>
        <p:spPr>
          <a:xfrm>
            <a:off x="154509" y="6289663"/>
            <a:ext cx="10594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“</a:t>
            </a:r>
            <a:r>
              <a:rPr lang="en-US" sz="1400" b="1" i="1" dirty="0"/>
              <a:t>Note: </a:t>
            </a:r>
            <a:r>
              <a:rPr lang="en-US" sz="1400" i="1" dirty="0"/>
              <a:t>During keep-out inspection in case of any visual discrepancy identified, measurement verification shall be carried out based on the </a:t>
            </a:r>
            <a:r>
              <a:rPr lang="en-US" sz="1400" b="1" i="1" dirty="0"/>
              <a:t>SAQL</a:t>
            </a:r>
            <a:r>
              <a:rPr lang="en-US" sz="1400" i="1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3736631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A010D-B374-D094-4CDB-90AE145EE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2E8AB34-191E-CBE6-A4EA-120E789FEA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612818"/>
              </p:ext>
            </p:extLst>
          </p:nvPr>
        </p:nvGraphicFramePr>
        <p:xfrm>
          <a:off x="237066" y="798745"/>
          <a:ext cx="11704320" cy="5303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3705517730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480477964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22345407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74315352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4228126354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893090335"/>
                    </a:ext>
                  </a:extLst>
                </a:gridCol>
                <a:gridCol w="194310">
                  <a:extLst>
                    <a:ext uri="{9D8B030D-6E8A-4147-A177-3AD203B41FA5}">
                      <a16:colId xmlns:a16="http://schemas.microsoft.com/office/drawing/2014/main" val="1000342446"/>
                    </a:ext>
                  </a:extLst>
                </a:gridCol>
                <a:gridCol w="388620">
                  <a:extLst>
                    <a:ext uri="{9D8B030D-6E8A-4147-A177-3AD203B41FA5}">
                      <a16:colId xmlns:a16="http://schemas.microsoft.com/office/drawing/2014/main" val="263797614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28822874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642839548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681032817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847757149"/>
                    </a:ext>
                  </a:extLst>
                </a:gridCol>
                <a:gridCol w="388620">
                  <a:extLst>
                    <a:ext uri="{9D8B030D-6E8A-4147-A177-3AD203B41FA5}">
                      <a16:colId xmlns:a16="http://schemas.microsoft.com/office/drawing/2014/main" val="4119408564"/>
                    </a:ext>
                  </a:extLst>
                </a:gridCol>
                <a:gridCol w="194310">
                  <a:extLst>
                    <a:ext uri="{9D8B030D-6E8A-4147-A177-3AD203B41FA5}">
                      <a16:colId xmlns:a16="http://schemas.microsoft.com/office/drawing/2014/main" val="571042379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312688988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54996215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447951765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935624817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377578051"/>
                    </a:ext>
                  </a:extLst>
                </a:gridCol>
              </a:tblGrid>
              <a:tr h="265176">
                <a:tc gridSpan="7">
                  <a:txBody>
                    <a:bodyPr/>
                    <a:lstStyle/>
                    <a:p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 DESCRIPTION / PARAMETER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1000" b="1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Silicone shade variation</a:t>
                      </a:r>
                      <a:endParaRPr lang="en-US" sz="1000" b="1" kern="120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38833322"/>
                  </a:ext>
                </a:extLst>
              </a:tr>
              <a:tr h="265176">
                <a:tc gridSpan="7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IMAGE / PARAMTER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MEASURING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31169205"/>
                  </a:ext>
                </a:extLst>
              </a:tr>
              <a:tr h="2651760">
                <a:tc rowSpan="3" gridSpan="7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36952691"/>
                  </a:ext>
                </a:extLst>
              </a:tr>
              <a:tr h="265176">
                <a:tc gridSpan="7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INSTRUMENT / INSPECTION METHOD</a:t>
                      </a:r>
                      <a:endParaRPr lang="en-AE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Visual Inspection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64516540"/>
                  </a:ext>
                </a:extLst>
              </a:tr>
              <a:tr h="265176">
                <a:tc gridSpan="7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STANDING POSITION</a:t>
                      </a:r>
                      <a:endParaRPr lang="en-AE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Minimum 1 Meter in any direction.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0510633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APPLICABILITY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  <a:sym typeface="Wingdings 2" panose="05020102010507070707" pitchFamily="18" charset="2"/>
                        </a:rPr>
                        <a:t> VILLA          APARTMENT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LIGHTING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Natural / Ambient light /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Artificial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43376049"/>
                  </a:ext>
                </a:extLst>
              </a:tr>
              <a:tr h="265176">
                <a:tc gridSpan="1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ACCEPTABLE QUALITY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5433171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SCENARIO / LOCATION / ZONE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Façade – Internal Jamb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Façade – External Jamb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Joinery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Sanitary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15254278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77360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ACCEPTANCE LIMIT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2408534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50613654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158B8-F21B-0FEB-44B2-97518FC9E7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21170" y="6667500"/>
            <a:ext cx="4114800" cy="19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 dirty="0"/>
              <a:t>Sobha Constructions LLC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D2715D-779B-6E72-075C-2161A476B672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SILICON ACTIVITY - SAQL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AE171A-428B-FAFA-D206-FAB1D67CA905}"/>
              </a:ext>
            </a:extLst>
          </p:cNvPr>
          <p:cNvSpPr txBox="1"/>
          <p:nvPr/>
        </p:nvSpPr>
        <p:spPr>
          <a:xfrm>
            <a:off x="9445362" y="2049707"/>
            <a:ext cx="2355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 inspection of painted areas shall be carried out under natural daylight or appropriate artificial lighting from all relevant directions.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BA88D0-DDF7-25F5-947E-20FF6860F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915" y="1532136"/>
            <a:ext cx="3571191" cy="22400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D850606-EACD-38E7-8174-09E6FFFD756D}"/>
              </a:ext>
            </a:extLst>
          </p:cNvPr>
          <p:cNvSpPr/>
          <p:nvPr/>
        </p:nvSpPr>
        <p:spPr>
          <a:xfrm>
            <a:off x="96253" y="105878"/>
            <a:ext cx="11924297" cy="6473642"/>
          </a:xfrm>
          <a:prstGeom prst="rect">
            <a:avLst/>
          </a:prstGeom>
          <a:noFill/>
          <a:ln w="19050" cap="flat" cmpd="sng" algn="ctr">
            <a:solidFill>
              <a:srgbClr val="A2421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52E9D441-1489-FD74-9C65-30C78F9985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6123" y="0"/>
            <a:ext cx="469521" cy="664143"/>
          </a:xfrm>
          <a:prstGeom prst="rect">
            <a:avLst/>
          </a:prstGeom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AFC0F16A-A158-5E32-DD06-3913715F1BA1}"/>
              </a:ext>
            </a:extLst>
          </p:cNvPr>
          <p:cNvSpPr txBox="1">
            <a:spLocks/>
          </p:cNvSpPr>
          <p:nvPr/>
        </p:nvSpPr>
        <p:spPr>
          <a:xfrm>
            <a:off x="11745227" y="6579520"/>
            <a:ext cx="446773" cy="2784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E2CB364-61B8-4529-A871-582E53A6D800}" type="slidenum">
              <a:rPr lang="en-US" smtClean="0"/>
              <a:pPr algn="ctr"/>
              <a:t>14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CA7872-DE4C-C671-F32D-09AB00E664F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5" b="37847"/>
          <a:stretch>
            <a:fillRect/>
          </a:stretch>
        </p:blipFill>
        <p:spPr bwMode="auto">
          <a:xfrm>
            <a:off x="462342" y="1424387"/>
            <a:ext cx="4898930" cy="301350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2487C73-A06D-94DC-103D-2D8664AE7F6A}"/>
              </a:ext>
            </a:extLst>
          </p:cNvPr>
          <p:cNvSpPr/>
          <p:nvPr/>
        </p:nvSpPr>
        <p:spPr>
          <a:xfrm rot="155578">
            <a:off x="505385" y="3402726"/>
            <a:ext cx="4812844" cy="438086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080116-4FF1-DE66-C940-03A8C235BEA5}"/>
              </a:ext>
            </a:extLst>
          </p:cNvPr>
          <p:cNvSpPr txBox="1"/>
          <p:nvPr/>
        </p:nvSpPr>
        <p:spPr>
          <a:xfrm>
            <a:off x="154509" y="6289663"/>
            <a:ext cx="10594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“</a:t>
            </a:r>
            <a:r>
              <a:rPr lang="en-US" sz="1400" b="1" i="1" dirty="0"/>
              <a:t>Note: </a:t>
            </a:r>
            <a:r>
              <a:rPr lang="en-US" sz="1400" i="1" dirty="0"/>
              <a:t>During keep-out inspection in case of any visual discrepancy identified, measurement verification shall be carried out based on the </a:t>
            </a:r>
            <a:r>
              <a:rPr lang="en-US" sz="1400" b="1" i="1" dirty="0"/>
              <a:t>SAQL</a:t>
            </a:r>
            <a:r>
              <a:rPr lang="en-US" sz="1400" i="1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683189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D6B54-D7E8-49DA-B37F-C39A7F916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B9AF21D-602F-1302-1C51-12152CA7D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571858"/>
              </p:ext>
            </p:extLst>
          </p:nvPr>
        </p:nvGraphicFramePr>
        <p:xfrm>
          <a:off x="237066" y="798745"/>
          <a:ext cx="11704320" cy="5303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3705517730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480477964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22345407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74315352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4228126354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893090335"/>
                    </a:ext>
                  </a:extLst>
                </a:gridCol>
                <a:gridCol w="194310">
                  <a:extLst>
                    <a:ext uri="{9D8B030D-6E8A-4147-A177-3AD203B41FA5}">
                      <a16:colId xmlns:a16="http://schemas.microsoft.com/office/drawing/2014/main" val="1000342446"/>
                    </a:ext>
                  </a:extLst>
                </a:gridCol>
                <a:gridCol w="388620">
                  <a:extLst>
                    <a:ext uri="{9D8B030D-6E8A-4147-A177-3AD203B41FA5}">
                      <a16:colId xmlns:a16="http://schemas.microsoft.com/office/drawing/2014/main" val="263797614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28822874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642839548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681032817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847757149"/>
                    </a:ext>
                  </a:extLst>
                </a:gridCol>
                <a:gridCol w="388620">
                  <a:extLst>
                    <a:ext uri="{9D8B030D-6E8A-4147-A177-3AD203B41FA5}">
                      <a16:colId xmlns:a16="http://schemas.microsoft.com/office/drawing/2014/main" val="4119408564"/>
                    </a:ext>
                  </a:extLst>
                </a:gridCol>
                <a:gridCol w="194310">
                  <a:extLst>
                    <a:ext uri="{9D8B030D-6E8A-4147-A177-3AD203B41FA5}">
                      <a16:colId xmlns:a16="http://schemas.microsoft.com/office/drawing/2014/main" val="571042379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312688988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54996215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447951765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935624817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377578051"/>
                    </a:ext>
                  </a:extLst>
                </a:gridCol>
              </a:tblGrid>
              <a:tr h="265176">
                <a:tc gridSpan="7">
                  <a:txBody>
                    <a:bodyPr/>
                    <a:lstStyle/>
                    <a:p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 DESCRIPTION / PARAMETER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r>
                        <a:rPr lang="en-AE" sz="1000" b="1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Uneven termination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38833322"/>
                  </a:ext>
                </a:extLst>
              </a:tr>
              <a:tr h="265176">
                <a:tc gridSpan="7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IMAGE / PARAMTER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MEASURING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31169205"/>
                  </a:ext>
                </a:extLst>
              </a:tr>
              <a:tr h="2651760">
                <a:tc rowSpan="3" gridSpan="7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36952691"/>
                  </a:ext>
                </a:extLst>
              </a:tr>
              <a:tr h="265176">
                <a:tc gridSpan="7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INSTRUMENT / INSPECTION METHOD</a:t>
                      </a:r>
                      <a:endParaRPr lang="en-AE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Visual Inspection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64516540"/>
                  </a:ext>
                </a:extLst>
              </a:tr>
              <a:tr h="265176">
                <a:tc gridSpan="7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STANDING POSITION</a:t>
                      </a:r>
                      <a:endParaRPr lang="en-AE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Minimum 1 Meter in any direction.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0510633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APPLICABILITY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  <a:sym typeface="Wingdings 2" panose="05020102010507070707" pitchFamily="18" charset="2"/>
                        </a:rPr>
                        <a:t> VILLA          APARTMENT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LIGHTING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Natural / Ambient light /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Artificial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43376049"/>
                  </a:ext>
                </a:extLst>
              </a:tr>
              <a:tr h="265176">
                <a:tc gridSpan="1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ACCEPTABLE QUALITY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5433171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SCENARIO / LOCATION / ZONE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Façade – Internal Jamb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Façade – External Jamb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Joinery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Sanitary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15254278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77360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ACCEPTANCE LIMIT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2408534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50613654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B307D2-009A-7BEF-1CC6-0C7D108679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21170" y="6667500"/>
            <a:ext cx="4114800" cy="19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 dirty="0"/>
              <a:t>Sobha Constructions LLC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7D113C-70A4-48DF-A2AD-88A7C0129235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SILICON ACTIVITY - SAQL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0475B5-8F4A-9C44-F9BE-D0D12F655648}"/>
              </a:ext>
            </a:extLst>
          </p:cNvPr>
          <p:cNvSpPr txBox="1"/>
          <p:nvPr/>
        </p:nvSpPr>
        <p:spPr>
          <a:xfrm>
            <a:off x="9445362" y="2049707"/>
            <a:ext cx="2355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 inspection of painted areas shall be carried out under natural daylight or appropriate artificial lighting from all relevant directions.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957D3A-BE97-A807-A24E-F22F1A38E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915" y="1532136"/>
            <a:ext cx="3571191" cy="22400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A17F552-E890-F339-7CFF-730EFA78FF60}"/>
              </a:ext>
            </a:extLst>
          </p:cNvPr>
          <p:cNvSpPr/>
          <p:nvPr/>
        </p:nvSpPr>
        <p:spPr>
          <a:xfrm>
            <a:off x="96253" y="105878"/>
            <a:ext cx="11924297" cy="6473642"/>
          </a:xfrm>
          <a:prstGeom prst="rect">
            <a:avLst/>
          </a:prstGeom>
          <a:noFill/>
          <a:ln w="19050" cap="flat" cmpd="sng" algn="ctr">
            <a:solidFill>
              <a:srgbClr val="A2421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557672E2-849D-9ED6-E03F-EBDC6E73A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6123" y="0"/>
            <a:ext cx="469521" cy="664143"/>
          </a:xfrm>
          <a:prstGeom prst="rect">
            <a:avLst/>
          </a:prstGeom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6B54F02D-D578-C978-0984-052D5793DB58}"/>
              </a:ext>
            </a:extLst>
          </p:cNvPr>
          <p:cNvSpPr txBox="1">
            <a:spLocks/>
          </p:cNvSpPr>
          <p:nvPr/>
        </p:nvSpPr>
        <p:spPr>
          <a:xfrm>
            <a:off x="11745227" y="6579520"/>
            <a:ext cx="446773" cy="2784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E2CB364-61B8-4529-A871-582E53A6D800}" type="slidenum">
              <a:rPr lang="en-US" smtClean="0"/>
              <a:pPr algn="ctr"/>
              <a:t>15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1B0448-D420-C9F0-1DF7-8A6A726F005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66" t="32520" r="22734" b="7689"/>
          <a:stretch>
            <a:fillRect/>
          </a:stretch>
        </p:blipFill>
        <p:spPr bwMode="auto">
          <a:xfrm>
            <a:off x="352626" y="1413859"/>
            <a:ext cx="2977716" cy="301945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CA3002-BBA3-0CD5-607C-D2D5A5D20F74}"/>
              </a:ext>
            </a:extLst>
          </p:cNvPr>
          <p:cNvCxnSpPr>
            <a:cxnSpLocks/>
            <a:stCxn id="14" idx="2"/>
            <a:endCxn id="15" idx="4"/>
          </p:cNvCxnSpPr>
          <p:nvPr/>
        </p:nvCxnSpPr>
        <p:spPr>
          <a:xfrm>
            <a:off x="1841484" y="2824968"/>
            <a:ext cx="2421830" cy="110697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5175F60-6D90-A1BD-7773-588CD325DC55}"/>
              </a:ext>
            </a:extLst>
          </p:cNvPr>
          <p:cNvCxnSpPr>
            <a:cxnSpLocks/>
            <a:stCxn id="14" idx="0"/>
            <a:endCxn id="15" idx="0"/>
          </p:cNvCxnSpPr>
          <p:nvPr/>
        </p:nvCxnSpPr>
        <p:spPr>
          <a:xfrm flipV="1">
            <a:off x="1841484" y="1837919"/>
            <a:ext cx="2421830" cy="379481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E71512B-6D1F-1F0F-49AE-CA6D1EFC95D1}"/>
              </a:ext>
            </a:extLst>
          </p:cNvPr>
          <p:cNvSpPr/>
          <p:nvPr/>
        </p:nvSpPr>
        <p:spPr>
          <a:xfrm>
            <a:off x="1525459" y="2217400"/>
            <a:ext cx="632050" cy="607568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3416012-D335-6986-491A-69F145BF6D7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74" t="41674" r="38351" b="31356"/>
          <a:stretch>
            <a:fillRect/>
          </a:stretch>
        </p:blipFill>
        <p:spPr bwMode="auto">
          <a:xfrm>
            <a:off x="3195023" y="1837919"/>
            <a:ext cx="2136581" cy="2094023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213090-AB12-E288-572B-AF3A51AD7298}"/>
              </a:ext>
            </a:extLst>
          </p:cNvPr>
          <p:cNvSpPr txBox="1"/>
          <p:nvPr/>
        </p:nvSpPr>
        <p:spPr>
          <a:xfrm>
            <a:off x="154509" y="6289663"/>
            <a:ext cx="10594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“</a:t>
            </a:r>
            <a:r>
              <a:rPr lang="en-US" sz="1400" b="1" i="1" dirty="0"/>
              <a:t>Note: </a:t>
            </a:r>
            <a:r>
              <a:rPr lang="en-US" sz="1400" i="1" dirty="0"/>
              <a:t>During keep-out inspection in case of any visual discrepancy identified, measurement verification shall be carried out based on the </a:t>
            </a:r>
            <a:r>
              <a:rPr lang="en-US" sz="1400" b="1" i="1" dirty="0"/>
              <a:t>SAQL</a:t>
            </a:r>
            <a:r>
              <a:rPr lang="en-US" sz="1400" i="1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2644348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6584B-FFFE-3F2C-5BFE-54CC4D2DE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A51C038-5187-9AB0-2475-0D69614529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513899"/>
              </p:ext>
            </p:extLst>
          </p:nvPr>
        </p:nvGraphicFramePr>
        <p:xfrm>
          <a:off x="237066" y="798745"/>
          <a:ext cx="11704320" cy="5303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3705517730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480477964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22345407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74315352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4228126354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893090335"/>
                    </a:ext>
                  </a:extLst>
                </a:gridCol>
                <a:gridCol w="194310">
                  <a:extLst>
                    <a:ext uri="{9D8B030D-6E8A-4147-A177-3AD203B41FA5}">
                      <a16:colId xmlns:a16="http://schemas.microsoft.com/office/drawing/2014/main" val="1000342446"/>
                    </a:ext>
                  </a:extLst>
                </a:gridCol>
                <a:gridCol w="388620">
                  <a:extLst>
                    <a:ext uri="{9D8B030D-6E8A-4147-A177-3AD203B41FA5}">
                      <a16:colId xmlns:a16="http://schemas.microsoft.com/office/drawing/2014/main" val="263797614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28822874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642839548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681032817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847757149"/>
                    </a:ext>
                  </a:extLst>
                </a:gridCol>
                <a:gridCol w="388620">
                  <a:extLst>
                    <a:ext uri="{9D8B030D-6E8A-4147-A177-3AD203B41FA5}">
                      <a16:colId xmlns:a16="http://schemas.microsoft.com/office/drawing/2014/main" val="4119408564"/>
                    </a:ext>
                  </a:extLst>
                </a:gridCol>
                <a:gridCol w="194310">
                  <a:extLst>
                    <a:ext uri="{9D8B030D-6E8A-4147-A177-3AD203B41FA5}">
                      <a16:colId xmlns:a16="http://schemas.microsoft.com/office/drawing/2014/main" val="571042379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312688988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54996215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447951765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935624817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377578051"/>
                    </a:ext>
                  </a:extLst>
                </a:gridCol>
              </a:tblGrid>
              <a:tr h="265176">
                <a:tc gridSpan="7">
                  <a:txBody>
                    <a:bodyPr/>
                    <a:lstStyle/>
                    <a:p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 DESCRIPTION / PARAMETER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r>
                        <a:rPr lang="en-AE" sz="1000" b="1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Silicone peel-off </a:t>
                      </a:r>
                      <a:endParaRPr lang="en-US" sz="1000" b="1" kern="120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38833322"/>
                  </a:ext>
                </a:extLst>
              </a:tr>
              <a:tr h="265176">
                <a:tc gridSpan="7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IMAGE / PARAMTER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MEASURING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31169205"/>
                  </a:ext>
                </a:extLst>
              </a:tr>
              <a:tr h="2651760">
                <a:tc rowSpan="3" gridSpan="7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36952691"/>
                  </a:ext>
                </a:extLst>
              </a:tr>
              <a:tr h="265176">
                <a:tc gridSpan="7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INSTRUMENT / INSPECTION METHOD</a:t>
                      </a:r>
                      <a:endParaRPr lang="en-AE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Visual Inspection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64516540"/>
                  </a:ext>
                </a:extLst>
              </a:tr>
              <a:tr h="265176">
                <a:tc gridSpan="7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STANDING POSITION</a:t>
                      </a:r>
                      <a:endParaRPr lang="en-AE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Minimum 1 Meter in any direction.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0510633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APPLICABILITY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  <a:sym typeface="Wingdings 2" panose="05020102010507070707" pitchFamily="18" charset="2"/>
                        </a:rPr>
                        <a:t> VILLA          APARTMENT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LIGHTING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Natural / Ambient light /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Artificial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43376049"/>
                  </a:ext>
                </a:extLst>
              </a:tr>
              <a:tr h="265176">
                <a:tc gridSpan="1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ACCEPTABLE QUALITY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5433171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SCENARIO / LOCATION / ZONE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Façade – Internal Jamb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Façade – External Jamb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Joinery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Sanitary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15254278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77360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ACCEPTANCE LIMIT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2408534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50613654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DB3854-5030-7142-232D-E37BE7F200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21170" y="6667500"/>
            <a:ext cx="4114800" cy="19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 dirty="0"/>
              <a:t>Sobha Constructions LLC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109985-F16E-C13C-739F-D137AA3A6B2C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SILICON ACTIVITY - SAQL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3FAA01-990C-F611-FFBB-225FDBB8A22C}"/>
              </a:ext>
            </a:extLst>
          </p:cNvPr>
          <p:cNvSpPr txBox="1"/>
          <p:nvPr/>
        </p:nvSpPr>
        <p:spPr>
          <a:xfrm>
            <a:off x="9445362" y="2049707"/>
            <a:ext cx="2355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 inspection of painted areas shall be carried out under natural daylight or appropriate artificial lighting from all relevant directions.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91215C-6978-89A9-2C03-B50BA88A6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915" y="1532136"/>
            <a:ext cx="3571191" cy="22400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0B1F06A-3362-E557-F3E2-9039F6732A33}"/>
              </a:ext>
            </a:extLst>
          </p:cNvPr>
          <p:cNvSpPr/>
          <p:nvPr/>
        </p:nvSpPr>
        <p:spPr>
          <a:xfrm>
            <a:off x="96253" y="105878"/>
            <a:ext cx="11924297" cy="6473642"/>
          </a:xfrm>
          <a:prstGeom prst="rect">
            <a:avLst/>
          </a:prstGeom>
          <a:noFill/>
          <a:ln w="19050" cap="flat" cmpd="sng" algn="ctr">
            <a:solidFill>
              <a:srgbClr val="A2421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F10C7FDB-7F44-67D5-CC9B-BB4724AD5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6123" y="0"/>
            <a:ext cx="469521" cy="664143"/>
          </a:xfrm>
          <a:prstGeom prst="rect">
            <a:avLst/>
          </a:prstGeom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6933850B-EADA-CCE8-A5E4-9745C0F86C62}"/>
              </a:ext>
            </a:extLst>
          </p:cNvPr>
          <p:cNvSpPr txBox="1">
            <a:spLocks/>
          </p:cNvSpPr>
          <p:nvPr/>
        </p:nvSpPr>
        <p:spPr>
          <a:xfrm>
            <a:off x="11745227" y="6579520"/>
            <a:ext cx="446773" cy="2784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E2CB364-61B8-4529-A871-582E53A6D800}" type="slidenum">
              <a:rPr lang="en-US" smtClean="0"/>
              <a:pPr algn="ctr"/>
              <a:t>16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4ADBFC-FEE0-8FA3-6896-54AF2A021CE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28008" y="1424387"/>
            <a:ext cx="4383006" cy="2942428"/>
          </a:xfrm>
          <a:prstGeom prst="rect">
            <a:avLst/>
          </a:prstGeom>
          <a:noFill/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AFA2F08-44E5-D725-86CD-2D6EE25D0597}"/>
              </a:ext>
            </a:extLst>
          </p:cNvPr>
          <p:cNvSpPr/>
          <p:nvPr/>
        </p:nvSpPr>
        <p:spPr>
          <a:xfrm>
            <a:off x="2942469" y="2735131"/>
            <a:ext cx="632050" cy="607568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C9C3EC-F89B-537B-0331-BE677CAB3E24}"/>
              </a:ext>
            </a:extLst>
          </p:cNvPr>
          <p:cNvSpPr txBox="1"/>
          <p:nvPr/>
        </p:nvSpPr>
        <p:spPr>
          <a:xfrm>
            <a:off x="154509" y="6289663"/>
            <a:ext cx="10594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“</a:t>
            </a:r>
            <a:r>
              <a:rPr lang="en-US" sz="1400" b="1" i="1" dirty="0"/>
              <a:t>Note: </a:t>
            </a:r>
            <a:r>
              <a:rPr lang="en-US" sz="1400" i="1" dirty="0"/>
              <a:t>During keep-out inspection in case of any visual discrepancy identified, measurement verification shall be carried out based on the </a:t>
            </a:r>
            <a:r>
              <a:rPr lang="en-US" sz="1400" b="1" i="1" dirty="0"/>
              <a:t>SAQL</a:t>
            </a:r>
            <a:r>
              <a:rPr lang="en-US" sz="1400" i="1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2192829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09C8-F564-19E5-B8D4-A037204CC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259618C-A798-BFE8-3E13-18D8C9D2E8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339547"/>
              </p:ext>
            </p:extLst>
          </p:nvPr>
        </p:nvGraphicFramePr>
        <p:xfrm>
          <a:off x="237066" y="798745"/>
          <a:ext cx="11704320" cy="5303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3705517730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480477964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22345407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74315352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4228126354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893090335"/>
                    </a:ext>
                  </a:extLst>
                </a:gridCol>
                <a:gridCol w="194310">
                  <a:extLst>
                    <a:ext uri="{9D8B030D-6E8A-4147-A177-3AD203B41FA5}">
                      <a16:colId xmlns:a16="http://schemas.microsoft.com/office/drawing/2014/main" val="1000342446"/>
                    </a:ext>
                  </a:extLst>
                </a:gridCol>
                <a:gridCol w="388620">
                  <a:extLst>
                    <a:ext uri="{9D8B030D-6E8A-4147-A177-3AD203B41FA5}">
                      <a16:colId xmlns:a16="http://schemas.microsoft.com/office/drawing/2014/main" val="263797614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28822874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642839548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681032817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847757149"/>
                    </a:ext>
                  </a:extLst>
                </a:gridCol>
                <a:gridCol w="388620">
                  <a:extLst>
                    <a:ext uri="{9D8B030D-6E8A-4147-A177-3AD203B41FA5}">
                      <a16:colId xmlns:a16="http://schemas.microsoft.com/office/drawing/2014/main" val="4119408564"/>
                    </a:ext>
                  </a:extLst>
                </a:gridCol>
                <a:gridCol w="194310">
                  <a:extLst>
                    <a:ext uri="{9D8B030D-6E8A-4147-A177-3AD203B41FA5}">
                      <a16:colId xmlns:a16="http://schemas.microsoft.com/office/drawing/2014/main" val="571042379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312688988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54996215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447951765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935624817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377578051"/>
                    </a:ext>
                  </a:extLst>
                </a:gridCol>
              </a:tblGrid>
              <a:tr h="265176">
                <a:tc gridSpan="7">
                  <a:txBody>
                    <a:bodyPr/>
                    <a:lstStyle/>
                    <a:p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 DESCRIPTION / PARAMETER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r>
                        <a:rPr lang="en-AE" sz="1000" b="1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Silicone Discontinuous </a:t>
                      </a:r>
                      <a:endParaRPr lang="en-US" sz="1000" b="1" kern="120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38833322"/>
                  </a:ext>
                </a:extLst>
              </a:tr>
              <a:tr h="265176">
                <a:tc gridSpan="7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IMAGE / PARAMTER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MEASURING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31169205"/>
                  </a:ext>
                </a:extLst>
              </a:tr>
              <a:tr h="2651760">
                <a:tc rowSpan="3" gridSpan="7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36952691"/>
                  </a:ext>
                </a:extLst>
              </a:tr>
              <a:tr h="265176">
                <a:tc gridSpan="7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INSTRUMENT / INSPECTION METHOD</a:t>
                      </a:r>
                      <a:endParaRPr lang="en-AE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Visual Inspection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64516540"/>
                  </a:ext>
                </a:extLst>
              </a:tr>
              <a:tr h="265176">
                <a:tc gridSpan="7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STANDING POSITION</a:t>
                      </a:r>
                      <a:endParaRPr lang="en-AE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Minimum 1 Meter in any direction.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0510633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APPLICABILITY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  <a:sym typeface="Wingdings 2" panose="05020102010507070707" pitchFamily="18" charset="2"/>
                        </a:rPr>
                        <a:t> VILLA          APARTMENT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LIGHTING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Natural / Ambient light /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Artificial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43376049"/>
                  </a:ext>
                </a:extLst>
              </a:tr>
              <a:tr h="265176">
                <a:tc gridSpan="1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ACCEPTABLE QUALITY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5433171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SCENARIO / LOCATION / ZONE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Façade – Internal Jamb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Façade – External Jamb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Joinery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Sanitary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15254278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77360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ACCEPTANCE LIMIT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2408534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50613654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ACEDF-DC52-9B58-8819-9AE2A49D49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21170" y="6667500"/>
            <a:ext cx="4114800" cy="19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 dirty="0"/>
              <a:t>Sobha Constructions LLC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B6B976-FA0B-2D2A-FEED-96D908A30A97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SILICON ACTIVITY - SAQL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3CD6CD-D418-60D3-D358-5B076C9B3093}"/>
              </a:ext>
            </a:extLst>
          </p:cNvPr>
          <p:cNvSpPr txBox="1"/>
          <p:nvPr/>
        </p:nvSpPr>
        <p:spPr>
          <a:xfrm>
            <a:off x="9445362" y="2049707"/>
            <a:ext cx="2355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 inspection of painted areas shall be carried out under natural daylight or appropriate artificial lighting from all relevant directions.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F1FEC1-37A1-BEAD-4C80-75B401480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915" y="1532136"/>
            <a:ext cx="3571191" cy="22400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B77E671-9387-D8F0-F4E3-03AB1C73DD5D}"/>
              </a:ext>
            </a:extLst>
          </p:cNvPr>
          <p:cNvSpPr/>
          <p:nvPr/>
        </p:nvSpPr>
        <p:spPr>
          <a:xfrm>
            <a:off x="96253" y="105878"/>
            <a:ext cx="11924297" cy="6473642"/>
          </a:xfrm>
          <a:prstGeom prst="rect">
            <a:avLst/>
          </a:prstGeom>
          <a:noFill/>
          <a:ln w="19050" cap="flat" cmpd="sng" algn="ctr">
            <a:solidFill>
              <a:srgbClr val="A2421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595B0A72-7C11-C4B4-ED94-DC0EC5FE6D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6123" y="0"/>
            <a:ext cx="469521" cy="664143"/>
          </a:xfrm>
          <a:prstGeom prst="rect">
            <a:avLst/>
          </a:prstGeom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D4C672AC-4D30-9378-1087-CD8B03846419}"/>
              </a:ext>
            </a:extLst>
          </p:cNvPr>
          <p:cNvSpPr txBox="1">
            <a:spLocks/>
          </p:cNvSpPr>
          <p:nvPr/>
        </p:nvSpPr>
        <p:spPr>
          <a:xfrm>
            <a:off x="11745227" y="6579520"/>
            <a:ext cx="446773" cy="2784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E2CB364-61B8-4529-A871-582E53A6D800}" type="slidenum">
              <a:rPr lang="en-US" smtClean="0"/>
              <a:pPr algn="ctr"/>
              <a:t>17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C5ECDE-A1D6-B8F8-EB5D-7D64A57C48D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26" t="30180" r="19402" b="10693"/>
          <a:stretch>
            <a:fillRect/>
          </a:stretch>
        </p:blipFill>
        <p:spPr bwMode="auto">
          <a:xfrm flipH="1">
            <a:off x="779430" y="1532136"/>
            <a:ext cx="4312334" cy="285186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B9AE6A7-CBBC-885A-EFAF-30D2AA4568E0}"/>
              </a:ext>
            </a:extLst>
          </p:cNvPr>
          <p:cNvSpPr/>
          <p:nvPr/>
        </p:nvSpPr>
        <p:spPr>
          <a:xfrm>
            <a:off x="2711016" y="2141269"/>
            <a:ext cx="917708" cy="765559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3E1131-F7DC-CF6F-680A-365E1A1C2B66}"/>
              </a:ext>
            </a:extLst>
          </p:cNvPr>
          <p:cNvSpPr txBox="1"/>
          <p:nvPr/>
        </p:nvSpPr>
        <p:spPr>
          <a:xfrm>
            <a:off x="154509" y="6289663"/>
            <a:ext cx="10594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“</a:t>
            </a:r>
            <a:r>
              <a:rPr lang="en-US" sz="1400" b="1" i="1" dirty="0"/>
              <a:t>Note: </a:t>
            </a:r>
            <a:r>
              <a:rPr lang="en-US" sz="1400" i="1" dirty="0"/>
              <a:t>During keep-out inspection in case of any visual discrepancy identified, measurement verification shall be carried out based on the </a:t>
            </a:r>
            <a:r>
              <a:rPr lang="en-US" sz="1400" b="1" i="1" dirty="0"/>
              <a:t>SAQL</a:t>
            </a:r>
            <a:r>
              <a:rPr lang="en-US" sz="1400" i="1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336394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C5FAC-B38F-A4A7-14C0-EC801F948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7F9EEEB-E19D-F675-72BA-D2E14651C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098871"/>
              </p:ext>
            </p:extLst>
          </p:nvPr>
        </p:nvGraphicFramePr>
        <p:xfrm>
          <a:off x="237066" y="798745"/>
          <a:ext cx="11704320" cy="5303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3705517730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480477964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22345407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74315352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4228126354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893090335"/>
                    </a:ext>
                  </a:extLst>
                </a:gridCol>
                <a:gridCol w="194310">
                  <a:extLst>
                    <a:ext uri="{9D8B030D-6E8A-4147-A177-3AD203B41FA5}">
                      <a16:colId xmlns:a16="http://schemas.microsoft.com/office/drawing/2014/main" val="1000342446"/>
                    </a:ext>
                  </a:extLst>
                </a:gridCol>
                <a:gridCol w="388620">
                  <a:extLst>
                    <a:ext uri="{9D8B030D-6E8A-4147-A177-3AD203B41FA5}">
                      <a16:colId xmlns:a16="http://schemas.microsoft.com/office/drawing/2014/main" val="263797614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28822874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642839548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681032817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847757149"/>
                    </a:ext>
                  </a:extLst>
                </a:gridCol>
                <a:gridCol w="388620">
                  <a:extLst>
                    <a:ext uri="{9D8B030D-6E8A-4147-A177-3AD203B41FA5}">
                      <a16:colId xmlns:a16="http://schemas.microsoft.com/office/drawing/2014/main" val="4119408564"/>
                    </a:ext>
                  </a:extLst>
                </a:gridCol>
                <a:gridCol w="194310">
                  <a:extLst>
                    <a:ext uri="{9D8B030D-6E8A-4147-A177-3AD203B41FA5}">
                      <a16:colId xmlns:a16="http://schemas.microsoft.com/office/drawing/2014/main" val="571042379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312688988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54996215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447951765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935624817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377578051"/>
                    </a:ext>
                  </a:extLst>
                </a:gridCol>
              </a:tblGrid>
              <a:tr h="265176">
                <a:tc gridSpan="7">
                  <a:txBody>
                    <a:bodyPr/>
                    <a:lstStyle/>
                    <a:p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 DESCRIPTION / PARAMETER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r>
                        <a:rPr lang="en-AE" sz="1000" b="1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Silicon Bubble 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38833322"/>
                  </a:ext>
                </a:extLst>
              </a:tr>
              <a:tr h="265176">
                <a:tc gridSpan="7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IMAGE / PARAMTER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MEASURING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31169205"/>
                  </a:ext>
                </a:extLst>
              </a:tr>
              <a:tr h="2651760">
                <a:tc rowSpan="3" gridSpan="7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36952691"/>
                  </a:ext>
                </a:extLst>
              </a:tr>
              <a:tr h="265176">
                <a:tc gridSpan="7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INSTRUMENT / INSPECTION METHOD</a:t>
                      </a:r>
                      <a:endParaRPr lang="en-AE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Visual Inspection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64516540"/>
                  </a:ext>
                </a:extLst>
              </a:tr>
              <a:tr h="265176">
                <a:tc gridSpan="7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STANDING POSITION</a:t>
                      </a:r>
                      <a:endParaRPr lang="en-AE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Minimum 1 Meter in any direction.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0510633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APPLICABILITY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  <a:sym typeface="Wingdings 2" panose="05020102010507070707" pitchFamily="18" charset="2"/>
                        </a:rPr>
                        <a:t> VILLA          APARTMENT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LIGHTING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Natural / Ambient light /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Artificial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43376049"/>
                  </a:ext>
                </a:extLst>
              </a:tr>
              <a:tr h="265176">
                <a:tc gridSpan="1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ACCEPTABLE QUALITY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5433171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SCENARIO / LOCATION / ZONE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Façade – Internal Jamb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Façade – External Jamb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Joinery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Sanitary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15254278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77360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ACCEPTANCE LIMIT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2408534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50613654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98C1E0-8E96-B028-073B-8B61B60B38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21170" y="6667500"/>
            <a:ext cx="4114800" cy="19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 dirty="0"/>
              <a:t>Sobha Constructions LLC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46685A-52A5-1446-AAEB-3AB8DD13A09C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SILICON ACTIVITY - SAQL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156BEC-5CAA-27A4-0B54-D509C8E6130C}"/>
              </a:ext>
            </a:extLst>
          </p:cNvPr>
          <p:cNvSpPr txBox="1"/>
          <p:nvPr/>
        </p:nvSpPr>
        <p:spPr>
          <a:xfrm>
            <a:off x="9445362" y="2049707"/>
            <a:ext cx="2355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 inspection of painted areas shall be carried out under natural daylight or appropriate artificial lighting from all relevant directions.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B6BF5D-00ED-668D-579B-5334EB6C5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915" y="1532136"/>
            <a:ext cx="3571191" cy="22400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C39B44D-7782-9147-70B2-37B1EEF4A76D}"/>
              </a:ext>
            </a:extLst>
          </p:cNvPr>
          <p:cNvSpPr/>
          <p:nvPr/>
        </p:nvSpPr>
        <p:spPr>
          <a:xfrm>
            <a:off x="96253" y="105878"/>
            <a:ext cx="11924297" cy="6473642"/>
          </a:xfrm>
          <a:prstGeom prst="rect">
            <a:avLst/>
          </a:prstGeom>
          <a:noFill/>
          <a:ln w="19050" cap="flat" cmpd="sng" algn="ctr">
            <a:solidFill>
              <a:srgbClr val="A2421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970EA783-CAC0-27FC-5345-17259468DE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6123" y="0"/>
            <a:ext cx="469521" cy="664143"/>
          </a:xfrm>
          <a:prstGeom prst="rect">
            <a:avLst/>
          </a:prstGeom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ACCC16C-3D76-CFCA-CCEA-5CF12731B2B1}"/>
              </a:ext>
            </a:extLst>
          </p:cNvPr>
          <p:cNvSpPr txBox="1">
            <a:spLocks/>
          </p:cNvSpPr>
          <p:nvPr/>
        </p:nvSpPr>
        <p:spPr>
          <a:xfrm>
            <a:off x="11745227" y="6579520"/>
            <a:ext cx="446773" cy="2784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E2CB364-61B8-4529-A871-582E53A6D800}" type="slidenum">
              <a:rPr lang="en-US" smtClean="0"/>
              <a:pPr algn="ctr"/>
              <a:t>18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FF179C-4F69-0ECC-D544-1789BCA8FD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251" y="1443637"/>
            <a:ext cx="2875384" cy="29857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699F66-B3CE-65E8-32B7-6436C5690C32}"/>
              </a:ext>
            </a:extLst>
          </p:cNvPr>
          <p:cNvCxnSpPr>
            <a:cxnSpLocks/>
            <a:stCxn id="14" idx="2"/>
            <a:endCxn id="15" idx="3"/>
          </p:cNvCxnSpPr>
          <p:nvPr/>
        </p:nvCxnSpPr>
        <p:spPr>
          <a:xfrm>
            <a:off x="1687346" y="2837416"/>
            <a:ext cx="1761604" cy="877711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9CBB11A-83A5-9012-8C43-D48D34DBC2FF}"/>
              </a:ext>
            </a:extLst>
          </p:cNvPr>
          <p:cNvCxnSpPr>
            <a:cxnSpLocks/>
            <a:stCxn id="14" idx="0"/>
            <a:endCxn id="15" idx="0"/>
          </p:cNvCxnSpPr>
          <p:nvPr/>
        </p:nvCxnSpPr>
        <p:spPr>
          <a:xfrm flipV="1">
            <a:off x="1687346" y="1791475"/>
            <a:ext cx="2541753" cy="438373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9BF2913-11CD-931C-F887-DCA9603FFD8B}"/>
              </a:ext>
            </a:extLst>
          </p:cNvPr>
          <p:cNvSpPr/>
          <p:nvPr/>
        </p:nvSpPr>
        <p:spPr>
          <a:xfrm>
            <a:off x="1371321" y="2229848"/>
            <a:ext cx="632050" cy="607568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4D387F5-6725-CC6F-925D-355B0BA71C0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066" t="27968" r="38744" b="50000"/>
          <a:stretch>
            <a:fillRect/>
          </a:stretch>
        </p:blipFill>
        <p:spPr bwMode="auto">
          <a:xfrm>
            <a:off x="3125802" y="1791475"/>
            <a:ext cx="2206594" cy="2253699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6D96DA-797E-3BD3-1283-EEA3A7B0A8E5}"/>
              </a:ext>
            </a:extLst>
          </p:cNvPr>
          <p:cNvSpPr txBox="1"/>
          <p:nvPr/>
        </p:nvSpPr>
        <p:spPr>
          <a:xfrm>
            <a:off x="154509" y="6289663"/>
            <a:ext cx="10594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“</a:t>
            </a:r>
            <a:r>
              <a:rPr lang="en-US" sz="1400" b="1" i="1" dirty="0"/>
              <a:t>Note: </a:t>
            </a:r>
            <a:r>
              <a:rPr lang="en-US" sz="1400" i="1" dirty="0"/>
              <a:t>During keep-out inspection in case of any visual discrepancy identified, measurement verification shall be carried out based on the </a:t>
            </a:r>
            <a:r>
              <a:rPr lang="en-US" sz="1400" b="1" i="1" dirty="0"/>
              <a:t>SAQL</a:t>
            </a:r>
            <a:r>
              <a:rPr lang="en-US" sz="1400" i="1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063794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9EFBF-C414-8499-11EB-73277F762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B45A3E7-3459-917D-46DC-1846FEF475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06706"/>
              </p:ext>
            </p:extLst>
          </p:nvPr>
        </p:nvGraphicFramePr>
        <p:xfrm>
          <a:off x="237066" y="798745"/>
          <a:ext cx="11704320" cy="5303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3705517730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480477964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22345407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74315352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4228126354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893090335"/>
                    </a:ext>
                  </a:extLst>
                </a:gridCol>
                <a:gridCol w="194310">
                  <a:extLst>
                    <a:ext uri="{9D8B030D-6E8A-4147-A177-3AD203B41FA5}">
                      <a16:colId xmlns:a16="http://schemas.microsoft.com/office/drawing/2014/main" val="1000342446"/>
                    </a:ext>
                  </a:extLst>
                </a:gridCol>
                <a:gridCol w="388620">
                  <a:extLst>
                    <a:ext uri="{9D8B030D-6E8A-4147-A177-3AD203B41FA5}">
                      <a16:colId xmlns:a16="http://schemas.microsoft.com/office/drawing/2014/main" val="263797614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28822874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642839548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1681032817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847757149"/>
                    </a:ext>
                  </a:extLst>
                </a:gridCol>
                <a:gridCol w="388620">
                  <a:extLst>
                    <a:ext uri="{9D8B030D-6E8A-4147-A177-3AD203B41FA5}">
                      <a16:colId xmlns:a16="http://schemas.microsoft.com/office/drawing/2014/main" val="4119408564"/>
                    </a:ext>
                  </a:extLst>
                </a:gridCol>
                <a:gridCol w="194310">
                  <a:extLst>
                    <a:ext uri="{9D8B030D-6E8A-4147-A177-3AD203B41FA5}">
                      <a16:colId xmlns:a16="http://schemas.microsoft.com/office/drawing/2014/main" val="571042379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312688988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54996215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447951765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935624817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377578051"/>
                    </a:ext>
                  </a:extLst>
                </a:gridCol>
              </a:tblGrid>
              <a:tr h="265176">
                <a:tc gridSpan="7">
                  <a:txBody>
                    <a:bodyPr/>
                    <a:lstStyle/>
                    <a:p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 DESCRIPTION / PARAMETER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r>
                        <a:rPr lang="en-AE" sz="1000" b="1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Silicon Not in Line (Straightness)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38833322"/>
                  </a:ext>
                </a:extLst>
              </a:tr>
              <a:tr h="265176">
                <a:tc gridSpan="7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IMAGE / PARAMTER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MEASURING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31169205"/>
                  </a:ext>
                </a:extLst>
              </a:tr>
              <a:tr h="2651760">
                <a:tc rowSpan="3" gridSpan="7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36952691"/>
                  </a:ext>
                </a:extLst>
              </a:tr>
              <a:tr h="265176">
                <a:tc gridSpan="7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INSTRUMENT / INSPECTION METHOD</a:t>
                      </a:r>
                      <a:endParaRPr lang="en-AE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German Scale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64516540"/>
                  </a:ext>
                </a:extLst>
              </a:tr>
              <a:tr h="265176">
                <a:tc gridSpan="7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STANDING POSITION</a:t>
                      </a:r>
                      <a:endParaRPr lang="en-AE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As 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0510633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APPLICABILITY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  <a:sym typeface="Wingdings 2" panose="05020102010507070707" pitchFamily="18" charset="2"/>
                        </a:rPr>
                        <a:t> VILLA          APARTMENT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LIGHTING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Natural / Ambient light /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Artificial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43376049"/>
                  </a:ext>
                </a:extLst>
              </a:tr>
              <a:tr h="265176">
                <a:tc gridSpan="1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ACCEPTABLE QUALITY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5433171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SCENARIO / LOCATION / ZONE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Façade – Internal Jamb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Façade – External Jamb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Joinery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Sanitary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15254278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77360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ACCEPTANCE LIMIT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mm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mm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mm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mm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2408534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50613654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1CD4F8-3FC1-A408-8958-3C67CE1D2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21170" y="6667500"/>
            <a:ext cx="4114800" cy="19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 dirty="0"/>
              <a:t>Sobha Constructions LLC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62DFF1-26E7-FEAD-A099-001F9F5BE90E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SILICON ACTIVITY - SAQL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EE70EA-8383-4292-5657-F47C72D5C023}"/>
              </a:ext>
            </a:extLst>
          </p:cNvPr>
          <p:cNvSpPr txBox="1"/>
          <p:nvPr/>
        </p:nvSpPr>
        <p:spPr>
          <a:xfrm>
            <a:off x="9445362" y="2049707"/>
            <a:ext cx="2355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 inspection of painted areas shall be carried out under natural daylight or appropriate artificial lighting from all relevant directions.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14D34A-895C-1156-CFE0-215BD4C160F5}"/>
              </a:ext>
            </a:extLst>
          </p:cNvPr>
          <p:cNvSpPr/>
          <p:nvPr/>
        </p:nvSpPr>
        <p:spPr>
          <a:xfrm>
            <a:off x="96253" y="105878"/>
            <a:ext cx="11924297" cy="6473642"/>
          </a:xfrm>
          <a:prstGeom prst="rect">
            <a:avLst/>
          </a:prstGeom>
          <a:noFill/>
          <a:ln w="19050" cap="flat" cmpd="sng" algn="ctr">
            <a:solidFill>
              <a:srgbClr val="A2421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9D7C0D35-C1C9-5708-1A54-47468D310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6123" y="0"/>
            <a:ext cx="469521" cy="664143"/>
          </a:xfrm>
          <a:prstGeom prst="rect">
            <a:avLst/>
          </a:prstGeom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8A9B00A6-1AF4-E9A1-0A44-7E51C6347D71}"/>
              </a:ext>
            </a:extLst>
          </p:cNvPr>
          <p:cNvSpPr txBox="1">
            <a:spLocks/>
          </p:cNvSpPr>
          <p:nvPr/>
        </p:nvSpPr>
        <p:spPr>
          <a:xfrm>
            <a:off x="11745227" y="6579520"/>
            <a:ext cx="446773" cy="2784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E2CB364-61B8-4529-A871-582E53A6D800}" type="slidenum">
              <a:rPr lang="en-US" smtClean="0"/>
              <a:pPr algn="ctr"/>
              <a:t>19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33BFC5-9BD6-8A05-7340-E32AB5FF79F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73" t="3603" r="32216" b="6722"/>
          <a:stretch>
            <a:fillRect/>
          </a:stretch>
        </p:blipFill>
        <p:spPr bwMode="auto">
          <a:xfrm>
            <a:off x="975122" y="1442308"/>
            <a:ext cx="4090737" cy="298343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6A8117C-6964-F012-0D7E-5DD42568EDD4}"/>
              </a:ext>
            </a:extLst>
          </p:cNvPr>
          <p:cNvSpPr/>
          <p:nvPr/>
        </p:nvSpPr>
        <p:spPr>
          <a:xfrm rot="210221">
            <a:off x="2644736" y="1444124"/>
            <a:ext cx="736628" cy="2965477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ECE602-49FC-A975-6596-9CBEC59304FC}"/>
              </a:ext>
            </a:extLst>
          </p:cNvPr>
          <p:cNvSpPr txBox="1"/>
          <p:nvPr/>
        </p:nvSpPr>
        <p:spPr>
          <a:xfrm>
            <a:off x="154509" y="6289663"/>
            <a:ext cx="10594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“</a:t>
            </a:r>
            <a:r>
              <a:rPr lang="en-US" sz="1400" b="1" i="1" dirty="0"/>
              <a:t>Note: </a:t>
            </a:r>
            <a:r>
              <a:rPr lang="en-US" sz="1400" i="1" dirty="0"/>
              <a:t>During keep-out inspection in case of any visual discrepancy identified, measurement verification shall be carried out based on the </a:t>
            </a:r>
            <a:r>
              <a:rPr lang="en-US" sz="1400" b="1" i="1" dirty="0"/>
              <a:t>SAQL</a:t>
            </a:r>
            <a:r>
              <a:rPr lang="en-US" sz="1400" i="1" dirty="0"/>
              <a:t>.”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6F637F9-2EDA-9851-313B-256404794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3915" y="1442308"/>
            <a:ext cx="3305636" cy="24577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70878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EB6E1-08AA-92B0-7C13-3098D0BC1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863" y="2716971"/>
            <a:ext cx="5712273" cy="142405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6000" b="1"/>
              <a:t>Thank you</a:t>
            </a:r>
            <a:endParaRPr lang="en-AE" sz="6000" b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1F4D1B-A933-9BB6-E762-036AA2906570}"/>
              </a:ext>
            </a:extLst>
          </p:cNvPr>
          <p:cNvSpPr/>
          <p:nvPr/>
        </p:nvSpPr>
        <p:spPr>
          <a:xfrm>
            <a:off x="96253" y="105878"/>
            <a:ext cx="11924297" cy="6473642"/>
          </a:xfrm>
          <a:prstGeom prst="rect">
            <a:avLst/>
          </a:prstGeom>
          <a:noFill/>
          <a:ln w="19050" cap="flat" cmpd="sng" algn="ctr">
            <a:solidFill>
              <a:srgbClr val="A2421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A20B9C2-C27F-8C59-BF04-F1B03967FE53}"/>
              </a:ext>
            </a:extLst>
          </p:cNvPr>
          <p:cNvSpPr/>
          <p:nvPr/>
        </p:nvSpPr>
        <p:spPr>
          <a:xfrm>
            <a:off x="7578840" y="5742432"/>
            <a:ext cx="4114800" cy="722376"/>
          </a:xfrm>
          <a:prstGeom prst="roundRect">
            <a:avLst/>
          </a:prstGeom>
          <a:noFill/>
          <a:ln w="19050" cap="flat" cmpd="sng" algn="ctr">
            <a:solidFill>
              <a:schemeClr val="tx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fontAlgn="t">
              <a:lnSpc>
                <a:spcPts val="1500"/>
              </a:lnSpc>
              <a:buNone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case any details are required, please contact the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/>
              </a:rPr>
              <a:t>QM-QAQC@sobha-me.com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1779812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989</TotalTime>
  <Words>2507</Words>
  <Application>Microsoft Office PowerPoint</Application>
  <PresentationFormat>Widescreen</PresentationFormat>
  <Paragraphs>787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Calibri (Body)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Daniel Dass Dhanapal</dc:creator>
  <cp:lastModifiedBy>Rajeshkumar Lakshmanan</cp:lastModifiedBy>
  <cp:revision>1</cp:revision>
  <dcterms:created xsi:type="dcterms:W3CDTF">2026-05-06T06:31:01Z</dcterms:created>
  <dcterms:modified xsi:type="dcterms:W3CDTF">2026-05-08T17:28:45Z</dcterms:modified>
</cp:coreProperties>
</file>